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4.xml" ContentType="application/inkml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7.xml" ContentType="application/vnd.openxmlformats-officedocument.presentationml.notesSlide+xml"/>
  <Override PartName="/ppt/ink/ink5.xml" ContentType="application/inkml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8.xml" ContentType="application/vnd.openxmlformats-officedocument.presentationml.notesSlide+xml"/>
  <Override PartName="/ppt/ink/ink6.xml" ContentType="application/inkml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9.xml" ContentType="application/vnd.openxmlformats-officedocument.presentationml.notesSlide+xml"/>
  <Override PartName="/ppt/ink/ink7.xml" ContentType="application/inkml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10.xml" ContentType="application/vnd.openxmlformats-officedocument.presentationml.notesSl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notesSlides/notesSlide11.xml" ContentType="application/vnd.openxmlformats-officedocument.presentationml.notesSlid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notesSlides/notesSlide12.xml" ContentType="application/vnd.openxmlformats-officedocument.presentationml.notesSlid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61" r:id="rId5"/>
    <p:sldId id="259" r:id="rId6"/>
    <p:sldId id="260" r:id="rId7"/>
    <p:sldId id="278" r:id="rId8"/>
    <p:sldId id="280" r:id="rId9"/>
    <p:sldId id="279" r:id="rId10"/>
    <p:sldId id="262" r:id="rId11"/>
    <p:sldId id="263" r:id="rId12"/>
    <p:sldId id="281" r:id="rId13"/>
    <p:sldId id="264" r:id="rId14"/>
    <p:sldId id="282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2000" cy="6858000"/>
  <p:notesSz cx="6858000" cy="9144000"/>
  <p:custDataLst>
    <p:tags r:id="rId3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36E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3371" autoAdjust="0"/>
  </p:normalViewPr>
  <p:slideViewPr>
    <p:cSldViewPr snapToGrid="0">
      <p:cViewPr varScale="1">
        <p:scale>
          <a:sx n="57" d="100"/>
          <a:sy n="57" d="100"/>
        </p:scale>
        <p:origin x="372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ags" Target="tags/tag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 Darby" userId="81068621-2ad8-46d0-abf9-601e614900c6" providerId="ADAL" clId="{1722B06B-D84A-41E8-9DC7-67A346831A96}"/>
    <pc:docChg chg="undo custSel addSld modSld">
      <pc:chgData name="John Darby" userId="81068621-2ad8-46d0-abf9-601e614900c6" providerId="ADAL" clId="{1722B06B-D84A-41E8-9DC7-67A346831A96}" dt="2026-01-15T16:20:24.959" v="2152" actId="5793"/>
      <pc:docMkLst>
        <pc:docMk/>
      </pc:docMkLst>
      <pc:sldChg chg="addSp modSp new mod">
        <pc:chgData name="John Darby" userId="81068621-2ad8-46d0-abf9-601e614900c6" providerId="ADAL" clId="{1722B06B-D84A-41E8-9DC7-67A346831A96}" dt="2026-01-15T14:49:10.191" v="2146" actId="20577"/>
        <pc:sldMkLst>
          <pc:docMk/>
          <pc:sldMk cId="705342029" sldId="256"/>
        </pc:sldMkLst>
        <pc:spChg chg="mod">
          <ac:chgData name="John Darby" userId="81068621-2ad8-46d0-abf9-601e614900c6" providerId="ADAL" clId="{1722B06B-D84A-41E8-9DC7-67A346831A96}" dt="2026-01-15T14:27:43.933" v="6" actId="20577"/>
          <ac:spMkLst>
            <pc:docMk/>
            <pc:sldMk cId="705342029" sldId="256"/>
            <ac:spMk id="2" creationId="{6C342B9D-423E-8634-EEE8-71184DC71335}"/>
          </ac:spMkLst>
        </pc:spChg>
        <pc:spChg chg="mod">
          <ac:chgData name="John Darby" userId="81068621-2ad8-46d0-abf9-601e614900c6" providerId="ADAL" clId="{1722B06B-D84A-41E8-9DC7-67A346831A96}" dt="2026-01-15T14:49:10.191" v="2146" actId="20577"/>
          <ac:spMkLst>
            <pc:docMk/>
            <pc:sldMk cId="705342029" sldId="256"/>
            <ac:spMk id="3" creationId="{AF59599A-F7D0-3039-E618-CB413DA40AE5}"/>
          </ac:spMkLst>
        </pc:spChg>
        <pc:spChg chg="add mod">
          <ac:chgData name="John Darby" userId="81068621-2ad8-46d0-abf9-601e614900c6" providerId="ADAL" clId="{1722B06B-D84A-41E8-9DC7-67A346831A96}" dt="2026-01-15T14:47:41.957" v="1986" actId="20577"/>
          <ac:spMkLst>
            <pc:docMk/>
            <pc:sldMk cId="705342029" sldId="256"/>
            <ac:spMk id="5" creationId="{008AD57B-ED6A-A3E1-7EE2-4EACD0DE2422}"/>
          </ac:spMkLst>
        </pc:spChg>
      </pc:sldChg>
      <pc:sldChg chg="addSp delSp modSp new mod modClrScheme chgLayout">
        <pc:chgData name="John Darby" userId="81068621-2ad8-46d0-abf9-601e614900c6" providerId="ADAL" clId="{1722B06B-D84A-41E8-9DC7-67A346831A96}" dt="2026-01-15T14:28:40.922" v="76" actId="478"/>
        <pc:sldMkLst>
          <pc:docMk/>
          <pc:sldMk cId="1316586623" sldId="257"/>
        </pc:sldMkLst>
        <pc:spChg chg="add mod ord">
          <ac:chgData name="John Darby" userId="81068621-2ad8-46d0-abf9-601e614900c6" providerId="ADAL" clId="{1722B06B-D84A-41E8-9DC7-67A346831A96}" dt="2026-01-15T14:28:33.369" v="75" actId="20577"/>
          <ac:spMkLst>
            <pc:docMk/>
            <pc:sldMk cId="1316586623" sldId="257"/>
            <ac:spMk id="6" creationId="{2087E210-6DA6-692B-AAAF-9E284AFFC769}"/>
          </ac:spMkLst>
        </pc:spChg>
      </pc:sldChg>
      <pc:sldChg chg="modSp add mod modNotesTx">
        <pc:chgData name="John Darby" userId="81068621-2ad8-46d0-abf9-601e614900c6" providerId="ADAL" clId="{1722B06B-D84A-41E8-9DC7-67A346831A96}" dt="2026-01-15T14:45:57.808" v="1855" actId="114"/>
        <pc:sldMkLst>
          <pc:docMk/>
          <pc:sldMk cId="4194464419" sldId="258"/>
        </pc:sldMkLst>
        <pc:spChg chg="mod">
          <ac:chgData name="John Darby" userId="81068621-2ad8-46d0-abf9-601e614900c6" providerId="ADAL" clId="{1722B06B-D84A-41E8-9DC7-67A346831A96}" dt="2026-01-15T14:29:51.245" v="97" actId="20577"/>
          <ac:spMkLst>
            <pc:docMk/>
            <pc:sldMk cId="4194464419" sldId="258"/>
            <ac:spMk id="6" creationId="{193BEF02-B977-8963-764F-268FBCB9793A}"/>
          </ac:spMkLst>
        </pc:spChg>
      </pc:sldChg>
      <pc:sldChg chg="modSp add mod">
        <pc:chgData name="John Darby" userId="81068621-2ad8-46d0-abf9-601e614900c6" providerId="ADAL" clId="{1722B06B-D84A-41E8-9DC7-67A346831A96}" dt="2026-01-15T14:30:13.074" v="106" actId="20577"/>
        <pc:sldMkLst>
          <pc:docMk/>
          <pc:sldMk cId="396328054" sldId="259"/>
        </pc:sldMkLst>
        <pc:spChg chg="mod">
          <ac:chgData name="John Darby" userId="81068621-2ad8-46d0-abf9-601e614900c6" providerId="ADAL" clId="{1722B06B-D84A-41E8-9DC7-67A346831A96}" dt="2026-01-15T14:30:13.074" v="106" actId="20577"/>
          <ac:spMkLst>
            <pc:docMk/>
            <pc:sldMk cId="396328054" sldId="259"/>
            <ac:spMk id="6" creationId="{D67B1265-4DEF-699E-E8CA-5980695AEAAD}"/>
          </ac:spMkLst>
        </pc:spChg>
      </pc:sldChg>
      <pc:sldChg chg="delSp new mod modClrScheme chgLayout modNotesTx">
        <pc:chgData name="John Darby" userId="81068621-2ad8-46d0-abf9-601e614900c6" providerId="ADAL" clId="{1722B06B-D84A-41E8-9DC7-67A346831A96}" dt="2026-01-15T14:30:37.503" v="149" actId="5793"/>
        <pc:sldMkLst>
          <pc:docMk/>
          <pc:sldMk cId="3185027039" sldId="260"/>
        </pc:sldMkLst>
      </pc:sldChg>
      <pc:sldChg chg="add modNotesTx">
        <pc:chgData name="John Darby" userId="81068621-2ad8-46d0-abf9-601e614900c6" providerId="ADAL" clId="{1722B06B-D84A-41E8-9DC7-67A346831A96}" dt="2026-01-15T14:41:09.679" v="1325" actId="20577"/>
        <pc:sldMkLst>
          <pc:docMk/>
          <pc:sldMk cId="2509720707" sldId="261"/>
        </pc:sldMkLst>
      </pc:sldChg>
      <pc:sldChg chg="modSp add mod">
        <pc:chgData name="John Darby" userId="81068621-2ad8-46d0-abf9-601e614900c6" providerId="ADAL" clId="{1722B06B-D84A-41E8-9DC7-67A346831A96}" dt="2026-01-15T14:31:00.937" v="164" actId="20577"/>
        <pc:sldMkLst>
          <pc:docMk/>
          <pc:sldMk cId="1474771709" sldId="262"/>
        </pc:sldMkLst>
        <pc:spChg chg="mod">
          <ac:chgData name="John Darby" userId="81068621-2ad8-46d0-abf9-601e614900c6" providerId="ADAL" clId="{1722B06B-D84A-41E8-9DC7-67A346831A96}" dt="2026-01-15T14:31:00.937" v="164" actId="20577"/>
          <ac:spMkLst>
            <pc:docMk/>
            <pc:sldMk cId="1474771709" sldId="262"/>
            <ac:spMk id="6" creationId="{5F423D3C-668E-CFD9-797C-3CF188A0CB6F}"/>
          </ac:spMkLst>
        </pc:spChg>
      </pc:sldChg>
      <pc:sldChg chg="add">
        <pc:chgData name="John Darby" userId="81068621-2ad8-46d0-abf9-601e614900c6" providerId="ADAL" clId="{1722B06B-D84A-41E8-9DC7-67A346831A96}" dt="2026-01-15T14:30:51.204" v="151"/>
        <pc:sldMkLst>
          <pc:docMk/>
          <pc:sldMk cId="3535689632" sldId="263"/>
        </pc:sldMkLst>
      </pc:sldChg>
      <pc:sldChg chg="add">
        <pc:chgData name="John Darby" userId="81068621-2ad8-46d0-abf9-601e614900c6" providerId="ADAL" clId="{1722B06B-D84A-41E8-9DC7-67A346831A96}" dt="2026-01-15T14:30:51.204" v="151"/>
        <pc:sldMkLst>
          <pc:docMk/>
          <pc:sldMk cId="1788426402" sldId="264"/>
        </pc:sldMkLst>
      </pc:sldChg>
      <pc:sldChg chg="add">
        <pc:chgData name="John Darby" userId="81068621-2ad8-46d0-abf9-601e614900c6" providerId="ADAL" clId="{1722B06B-D84A-41E8-9DC7-67A346831A96}" dt="2026-01-15T14:30:51.204" v="151"/>
        <pc:sldMkLst>
          <pc:docMk/>
          <pc:sldMk cId="1395496252" sldId="265"/>
        </pc:sldMkLst>
      </pc:sldChg>
      <pc:sldChg chg="add">
        <pc:chgData name="John Darby" userId="81068621-2ad8-46d0-abf9-601e614900c6" providerId="ADAL" clId="{1722B06B-D84A-41E8-9DC7-67A346831A96}" dt="2026-01-15T14:30:51.204" v="151"/>
        <pc:sldMkLst>
          <pc:docMk/>
          <pc:sldMk cId="2025661203" sldId="266"/>
        </pc:sldMkLst>
      </pc:sldChg>
      <pc:sldChg chg="modSp add mod">
        <pc:chgData name="John Darby" userId="81068621-2ad8-46d0-abf9-601e614900c6" providerId="ADAL" clId="{1722B06B-D84A-41E8-9DC7-67A346831A96}" dt="2026-01-15T14:31:39.837" v="181" actId="20577"/>
        <pc:sldMkLst>
          <pc:docMk/>
          <pc:sldMk cId="1216834883" sldId="267"/>
        </pc:sldMkLst>
        <pc:spChg chg="mod">
          <ac:chgData name="John Darby" userId="81068621-2ad8-46d0-abf9-601e614900c6" providerId="ADAL" clId="{1722B06B-D84A-41E8-9DC7-67A346831A96}" dt="2026-01-15T14:31:39.837" v="181" actId="20577"/>
          <ac:spMkLst>
            <pc:docMk/>
            <pc:sldMk cId="1216834883" sldId="267"/>
            <ac:spMk id="6" creationId="{5E5FBEFF-E8D4-3A17-B542-99847239D743}"/>
          </ac:spMkLst>
        </pc:spChg>
      </pc:sldChg>
      <pc:sldChg chg="add">
        <pc:chgData name="John Darby" userId="81068621-2ad8-46d0-abf9-601e614900c6" providerId="ADAL" clId="{1722B06B-D84A-41E8-9DC7-67A346831A96}" dt="2026-01-15T14:31:31.017" v="165"/>
        <pc:sldMkLst>
          <pc:docMk/>
          <pc:sldMk cId="690140366" sldId="268"/>
        </pc:sldMkLst>
      </pc:sldChg>
      <pc:sldChg chg="add">
        <pc:chgData name="John Darby" userId="81068621-2ad8-46d0-abf9-601e614900c6" providerId="ADAL" clId="{1722B06B-D84A-41E8-9DC7-67A346831A96}" dt="2026-01-15T14:31:31.017" v="165"/>
        <pc:sldMkLst>
          <pc:docMk/>
          <pc:sldMk cId="3728760236" sldId="269"/>
        </pc:sldMkLst>
      </pc:sldChg>
      <pc:sldChg chg="add">
        <pc:chgData name="John Darby" userId="81068621-2ad8-46d0-abf9-601e614900c6" providerId="ADAL" clId="{1722B06B-D84A-41E8-9DC7-67A346831A96}" dt="2026-01-15T14:31:31.017" v="165"/>
        <pc:sldMkLst>
          <pc:docMk/>
          <pc:sldMk cId="2030638483" sldId="270"/>
        </pc:sldMkLst>
      </pc:sldChg>
      <pc:sldChg chg="add">
        <pc:chgData name="John Darby" userId="81068621-2ad8-46d0-abf9-601e614900c6" providerId="ADAL" clId="{1722B06B-D84A-41E8-9DC7-67A346831A96}" dt="2026-01-15T14:31:31.017" v="165"/>
        <pc:sldMkLst>
          <pc:docMk/>
          <pc:sldMk cId="1996213561" sldId="271"/>
        </pc:sldMkLst>
      </pc:sldChg>
      <pc:sldChg chg="modSp add mod modNotesTx">
        <pc:chgData name="John Darby" userId="81068621-2ad8-46d0-abf9-601e614900c6" providerId="ADAL" clId="{1722B06B-D84A-41E8-9DC7-67A346831A96}" dt="2026-01-15T14:37:58.705" v="942" actId="20577"/>
        <pc:sldMkLst>
          <pc:docMk/>
          <pc:sldMk cId="2245188824" sldId="272"/>
        </pc:sldMkLst>
        <pc:spChg chg="mod">
          <ac:chgData name="John Darby" userId="81068621-2ad8-46d0-abf9-601e614900c6" providerId="ADAL" clId="{1722B06B-D84A-41E8-9DC7-67A346831A96}" dt="2026-01-15T14:31:50.701" v="195" actId="5793"/>
          <ac:spMkLst>
            <pc:docMk/>
            <pc:sldMk cId="2245188824" sldId="272"/>
            <ac:spMk id="6" creationId="{313A23FF-74C7-3BAB-7D6E-CD451A4ED068}"/>
          </ac:spMkLst>
        </pc:spChg>
      </pc:sldChg>
      <pc:sldChg chg="add">
        <pc:chgData name="John Darby" userId="81068621-2ad8-46d0-abf9-601e614900c6" providerId="ADAL" clId="{1722B06B-D84A-41E8-9DC7-67A346831A96}" dt="2026-01-15T14:31:45.004" v="182"/>
        <pc:sldMkLst>
          <pc:docMk/>
          <pc:sldMk cId="4006107216" sldId="273"/>
        </pc:sldMkLst>
      </pc:sldChg>
      <pc:sldChg chg="add">
        <pc:chgData name="John Darby" userId="81068621-2ad8-46d0-abf9-601e614900c6" providerId="ADAL" clId="{1722B06B-D84A-41E8-9DC7-67A346831A96}" dt="2026-01-15T14:31:45.004" v="182"/>
        <pc:sldMkLst>
          <pc:docMk/>
          <pc:sldMk cId="1648121617" sldId="274"/>
        </pc:sldMkLst>
      </pc:sldChg>
      <pc:sldChg chg="add">
        <pc:chgData name="John Darby" userId="81068621-2ad8-46d0-abf9-601e614900c6" providerId="ADAL" clId="{1722B06B-D84A-41E8-9DC7-67A346831A96}" dt="2026-01-15T14:31:45.004" v="182"/>
        <pc:sldMkLst>
          <pc:docMk/>
          <pc:sldMk cId="3138839297" sldId="275"/>
        </pc:sldMkLst>
      </pc:sldChg>
      <pc:sldChg chg="add">
        <pc:chgData name="John Darby" userId="81068621-2ad8-46d0-abf9-601e614900c6" providerId="ADAL" clId="{1722B06B-D84A-41E8-9DC7-67A346831A96}" dt="2026-01-15T14:31:45.004" v="182"/>
        <pc:sldMkLst>
          <pc:docMk/>
          <pc:sldMk cId="2642397236" sldId="276"/>
        </pc:sldMkLst>
      </pc:sldChg>
      <pc:sldChg chg="addSp modSp new mod modClrScheme chgLayout modNotesTx">
        <pc:chgData name="John Darby" userId="81068621-2ad8-46d0-abf9-601e614900c6" providerId="ADAL" clId="{1722B06B-D84A-41E8-9DC7-67A346831A96}" dt="2026-01-15T16:20:24.959" v="2152" actId="5793"/>
        <pc:sldMkLst>
          <pc:docMk/>
          <pc:sldMk cId="343609167" sldId="277"/>
        </pc:sldMkLst>
        <pc:spChg chg="add mod">
          <ac:chgData name="John Darby" userId="81068621-2ad8-46d0-abf9-601e614900c6" providerId="ADAL" clId="{1722B06B-D84A-41E8-9DC7-67A346831A96}" dt="2026-01-15T14:32:05.999" v="207" actId="20577"/>
          <ac:spMkLst>
            <pc:docMk/>
            <pc:sldMk cId="343609167" sldId="277"/>
            <ac:spMk id="2" creationId="{F1B135BB-AA57-A07E-D4AD-5EA52C28C19D}"/>
          </ac:spMkLst>
        </pc:spChg>
        <pc:spChg chg="add mod">
          <ac:chgData name="John Darby" userId="81068621-2ad8-46d0-abf9-601e614900c6" providerId="ADAL" clId="{1722B06B-D84A-41E8-9DC7-67A346831A96}" dt="2026-01-15T14:32:02.662" v="197" actId="700"/>
          <ac:spMkLst>
            <pc:docMk/>
            <pc:sldMk cId="343609167" sldId="277"/>
            <ac:spMk id="3" creationId="{420DA9D0-2947-CE62-F346-EC6FEF83238D}"/>
          </ac:spMkLst>
        </pc:spChg>
      </pc:sldChg>
    </pc:docChg>
  </pc:docChgLst>
  <pc:docChgLst>
    <pc:chgData name="John Darby" userId="81068621-2ad8-46d0-abf9-601e614900c6" providerId="ADAL" clId="{F0DBA5C5-DAC1-4C06-AED5-F7FC4D31809F}"/>
    <pc:docChg chg="custSel modSld">
      <pc:chgData name="John Darby" userId="81068621-2ad8-46d0-abf9-601e614900c6" providerId="ADAL" clId="{F0DBA5C5-DAC1-4C06-AED5-F7FC4D31809F}" dt="2026-01-26T22:11:30.777" v="1329" actId="20577"/>
      <pc:docMkLst>
        <pc:docMk/>
      </pc:docMkLst>
      <pc:sldChg chg="modNotesTx">
        <pc:chgData name="John Darby" userId="81068621-2ad8-46d0-abf9-601e614900c6" providerId="ADAL" clId="{F0DBA5C5-DAC1-4C06-AED5-F7FC4D31809F}" dt="2026-01-26T16:45:43.721" v="7" actId="20577"/>
        <pc:sldMkLst>
          <pc:docMk/>
          <pc:sldMk cId="2509720707" sldId="261"/>
        </pc:sldMkLst>
      </pc:sldChg>
      <pc:sldChg chg="modNotesTx">
        <pc:chgData name="John Darby" userId="81068621-2ad8-46d0-abf9-601e614900c6" providerId="ADAL" clId="{F0DBA5C5-DAC1-4C06-AED5-F7FC4D31809F}" dt="2026-01-26T22:11:30.777" v="1329" actId="20577"/>
        <pc:sldMkLst>
          <pc:docMk/>
          <pc:sldMk cId="343609167" sldId="277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3104066306742909E-2"/>
          <c:y val="2.235866624398028E-2"/>
          <c:w val="0.90793716844635897"/>
          <c:h val="0.90200032122561402"/>
        </c:manualLayout>
      </c:layout>
      <c:scatterChart>
        <c:scatterStyle val="lineMarker"/>
        <c:varyColors val="0"/>
        <c:ser>
          <c:idx val="0"/>
          <c:order val="0"/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Sheet1!$A$2:$A$4</c:f>
              <c:numCache>
                <c:formatCode>General</c:formatCode>
                <c:ptCount val="3"/>
                <c:pt idx="0">
                  <c:v>0.7</c:v>
                </c:pt>
              </c:numCache>
            </c:numRef>
          </c:xVal>
          <c:yVal>
            <c:numRef>
              <c:f>Sheet1!$B$2:$B$4</c:f>
              <c:numCache>
                <c:formatCode>General</c:formatCode>
                <c:ptCount val="3"/>
              </c:numCache>
            </c:numRef>
          </c:yVal>
          <c:smooth val="0"/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Y-Values</c:v>
                      </c:pt>
                    </c:strCache>
                  </c:strRef>
                </c15:tx>
              </c15:filteredSeriesTitle>
            </c:ext>
            <c:ext xmlns:c16="http://schemas.microsoft.com/office/drawing/2014/chart" uri="{C3380CC4-5D6E-409C-BE32-E72D297353CC}">
              <c16:uniqueId val="{00000000-E1C6-4B7F-B80E-B072608B5E5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36300432"/>
        <c:axId val="2036298768"/>
      </c:scatterChart>
      <c:valAx>
        <c:axId val="2036300432"/>
        <c:scaling>
          <c:orientation val="minMax"/>
          <c:max val="5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6298768"/>
        <c:crosses val="autoZero"/>
        <c:crossBetween val="midCat"/>
      </c:valAx>
      <c:valAx>
        <c:axId val="2036298768"/>
        <c:scaling>
          <c:orientation val="minMax"/>
          <c:max val="3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6300432"/>
        <c:crosses val="autoZero"/>
        <c:crossBetween val="midCat"/>
        <c:majorUnit val="0.2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3104066306742909E-2"/>
          <c:y val="2.235866624398028E-2"/>
          <c:w val="0.90793716844635897"/>
          <c:h val="0.90200032122561402"/>
        </c:manualLayout>
      </c:layout>
      <c:scatterChart>
        <c:scatterStyle val="lineMarker"/>
        <c:varyColors val="0"/>
        <c:ser>
          <c:idx val="0"/>
          <c:order val="0"/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Sheet1!$A$2:$A$4</c:f>
              <c:numCache>
                <c:formatCode>General</c:formatCode>
                <c:ptCount val="3"/>
                <c:pt idx="0">
                  <c:v>0.7</c:v>
                </c:pt>
                <c:pt idx="1">
                  <c:v>1.8</c:v>
                </c:pt>
                <c:pt idx="2">
                  <c:v>2.6</c:v>
                </c:pt>
              </c:numCache>
            </c:numRef>
          </c:xVal>
          <c:yVal>
            <c:numRef>
              <c:f>Sheet1!$B$2:$B$4</c:f>
              <c:numCache>
                <c:formatCode>General</c:formatCode>
                <c:ptCount val="3"/>
                <c:pt idx="0">
                  <c:v>2.7</c:v>
                </c:pt>
                <c:pt idx="1">
                  <c:v>3.2</c:v>
                </c:pt>
                <c:pt idx="2">
                  <c:v>0.8</c:v>
                </c:pt>
              </c:numCache>
            </c:numRef>
          </c:yVal>
          <c:smooth val="0"/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Y-Values</c:v>
                      </c:pt>
                    </c:strCache>
                  </c:strRef>
                </c15:tx>
              </c15:filteredSeriesTitle>
            </c:ext>
            <c:ext xmlns:c16="http://schemas.microsoft.com/office/drawing/2014/chart" uri="{C3380CC4-5D6E-409C-BE32-E72D297353CC}">
              <c16:uniqueId val="{00000000-541F-4B78-8A06-C4DECC5FCC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36300432"/>
        <c:axId val="2036298768"/>
      </c:scatterChart>
      <c:valAx>
        <c:axId val="2036300432"/>
        <c:scaling>
          <c:orientation val="minMax"/>
          <c:max val="5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6298768"/>
        <c:crosses val="autoZero"/>
        <c:crossBetween val="midCat"/>
      </c:valAx>
      <c:valAx>
        <c:axId val="2036298768"/>
        <c:scaling>
          <c:orientation val="minMax"/>
          <c:max val="1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6300432"/>
        <c:crosses val="autoZero"/>
        <c:crossBetween val="midCat"/>
        <c:majorUnit val="0.2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3104066306742909E-2"/>
          <c:y val="2.235866624398028E-2"/>
          <c:w val="0.90793716844635897"/>
          <c:h val="0.90200032122561402"/>
        </c:manualLayout>
      </c:layout>
      <c:scatterChart>
        <c:scatterStyle val="lineMarker"/>
        <c:varyColors val="0"/>
        <c:ser>
          <c:idx val="0"/>
          <c:order val="0"/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Sheet1!$A$2:$A$4</c:f>
              <c:numCache>
                <c:formatCode>General</c:formatCode>
                <c:ptCount val="3"/>
                <c:pt idx="0">
                  <c:v>0.7</c:v>
                </c:pt>
              </c:numCache>
            </c:numRef>
          </c:xVal>
          <c:yVal>
            <c:numRef>
              <c:f>Sheet1!$B$2:$B$4</c:f>
              <c:numCache>
                <c:formatCode>General</c:formatCode>
                <c:ptCount val="3"/>
              </c:numCache>
            </c:numRef>
          </c:yVal>
          <c:smooth val="0"/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Y-Values</c:v>
                      </c:pt>
                    </c:strCache>
                  </c:strRef>
                </c15:tx>
              </c15:filteredSeriesTitle>
            </c:ext>
            <c:ext xmlns:c16="http://schemas.microsoft.com/office/drawing/2014/chart" uri="{C3380CC4-5D6E-409C-BE32-E72D297353CC}">
              <c16:uniqueId val="{00000000-9581-4D25-BAB5-5406F722F8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36300432"/>
        <c:axId val="2036298768"/>
      </c:scatterChart>
      <c:valAx>
        <c:axId val="2036300432"/>
        <c:scaling>
          <c:orientation val="minMax"/>
          <c:max val="5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6298768"/>
        <c:crosses val="autoZero"/>
        <c:crossBetween val="midCat"/>
      </c:valAx>
      <c:valAx>
        <c:axId val="2036298768"/>
        <c:scaling>
          <c:orientation val="minMax"/>
          <c:max val="3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6300432"/>
        <c:crosses val="autoZero"/>
        <c:crossBetween val="midCat"/>
        <c:majorUnit val="0.2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3104066306742909E-2"/>
          <c:y val="2.235866624398028E-2"/>
          <c:w val="0.90793716844635897"/>
          <c:h val="0.90200032122561402"/>
        </c:manualLayout>
      </c:layout>
      <c:scatterChart>
        <c:scatterStyle val="lineMarker"/>
        <c:varyColors val="0"/>
        <c:ser>
          <c:idx val="0"/>
          <c:order val="0"/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Sheet1!$A$2:$A$4</c:f>
              <c:numCache>
                <c:formatCode>General</c:formatCode>
                <c:ptCount val="3"/>
                <c:pt idx="0">
                  <c:v>0.7</c:v>
                </c:pt>
              </c:numCache>
            </c:numRef>
          </c:xVal>
          <c:yVal>
            <c:numRef>
              <c:f>Sheet1!$B$2:$B$4</c:f>
              <c:numCache>
                <c:formatCode>General</c:formatCode>
                <c:ptCount val="3"/>
              </c:numCache>
            </c:numRef>
          </c:yVal>
          <c:smooth val="0"/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Y-Values</c:v>
                      </c:pt>
                    </c:strCache>
                  </c:strRef>
                </c15:tx>
              </c15:filteredSeriesTitle>
            </c:ext>
            <c:ext xmlns:c16="http://schemas.microsoft.com/office/drawing/2014/chart" uri="{C3380CC4-5D6E-409C-BE32-E72D297353CC}">
              <c16:uniqueId val="{00000000-E34A-459E-AF9B-FFE6AFEC3FF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36300432"/>
        <c:axId val="2036298768"/>
      </c:scatterChart>
      <c:valAx>
        <c:axId val="2036300432"/>
        <c:scaling>
          <c:orientation val="minMax"/>
          <c:max val="5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6298768"/>
        <c:crosses val="autoZero"/>
        <c:crossBetween val="midCat"/>
      </c:valAx>
      <c:valAx>
        <c:axId val="2036298768"/>
        <c:scaling>
          <c:orientation val="minMax"/>
          <c:max val="3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6300432"/>
        <c:crosses val="autoZero"/>
        <c:crossBetween val="midCat"/>
        <c:majorUnit val="0.2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3104066306742909E-2"/>
          <c:y val="4.2481111946685059E-2"/>
          <c:w val="0.90793716844635897"/>
          <c:h val="0.90200032122561402"/>
        </c:manualLayout>
      </c:layout>
      <c:scatterChart>
        <c:scatterStyle val="lineMarker"/>
        <c:varyColors val="0"/>
        <c:ser>
          <c:idx val="0"/>
          <c:order val="0"/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Sheet1!$A$2:$A$4</c:f>
              <c:numCache>
                <c:formatCode>General</c:formatCode>
                <c:ptCount val="3"/>
                <c:pt idx="0">
                  <c:v>0.7</c:v>
                </c:pt>
              </c:numCache>
            </c:numRef>
          </c:xVal>
          <c:yVal>
            <c:numRef>
              <c:f>Sheet1!$B$2:$B$4</c:f>
              <c:numCache>
                <c:formatCode>General</c:formatCode>
                <c:ptCount val="3"/>
              </c:numCache>
            </c:numRef>
          </c:yVal>
          <c:smooth val="0"/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Y-Values</c:v>
                      </c:pt>
                    </c:strCache>
                  </c:strRef>
                </c15:tx>
              </c15:filteredSeriesTitle>
            </c:ext>
            <c:ext xmlns:c16="http://schemas.microsoft.com/office/drawing/2014/chart" uri="{C3380CC4-5D6E-409C-BE32-E72D297353CC}">
              <c16:uniqueId val="{00000000-BEE8-4B79-97A9-53A06BDCA8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36300432"/>
        <c:axId val="2036298768"/>
      </c:scatterChart>
      <c:valAx>
        <c:axId val="2036300432"/>
        <c:scaling>
          <c:orientation val="minMax"/>
          <c:max val="5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6298768"/>
        <c:crosses val="autoZero"/>
        <c:crossBetween val="midCat"/>
      </c:valAx>
      <c:valAx>
        <c:axId val="2036298768"/>
        <c:scaling>
          <c:orientation val="minMax"/>
          <c:max val="3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6300432"/>
        <c:crosses val="autoZero"/>
        <c:crossBetween val="midCat"/>
        <c:majorUnit val="0.2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3104066306742909E-2"/>
          <c:y val="2.235866624398028E-2"/>
          <c:w val="0.90793716844635897"/>
          <c:h val="0.90200032122561402"/>
        </c:manualLayout>
      </c:layout>
      <c:scatterChart>
        <c:scatterStyle val="lineMarker"/>
        <c:varyColors val="0"/>
        <c:ser>
          <c:idx val="0"/>
          <c:order val="0"/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Sheet1!$A$2:$A$4</c:f>
              <c:numCache>
                <c:formatCode>General</c:formatCode>
                <c:ptCount val="3"/>
                <c:pt idx="0">
                  <c:v>0.7</c:v>
                </c:pt>
              </c:numCache>
            </c:numRef>
          </c:xVal>
          <c:yVal>
            <c:numRef>
              <c:f>Sheet1!$B$2:$B$4</c:f>
              <c:numCache>
                <c:formatCode>General</c:formatCode>
                <c:ptCount val="3"/>
              </c:numCache>
            </c:numRef>
          </c:yVal>
          <c:smooth val="0"/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Y-Values</c:v>
                      </c:pt>
                    </c:strCache>
                  </c:strRef>
                </c15:tx>
              </c15:filteredSeriesTitle>
            </c:ext>
            <c:ext xmlns:c16="http://schemas.microsoft.com/office/drawing/2014/chart" uri="{C3380CC4-5D6E-409C-BE32-E72D297353CC}">
              <c16:uniqueId val="{00000000-032F-420B-A872-904B78BD99F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36300432"/>
        <c:axId val="2036298768"/>
      </c:scatterChart>
      <c:valAx>
        <c:axId val="2036300432"/>
        <c:scaling>
          <c:orientation val="minMax"/>
          <c:max val="5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6298768"/>
        <c:crosses val="autoZero"/>
        <c:crossBetween val="midCat"/>
      </c:valAx>
      <c:valAx>
        <c:axId val="2036298768"/>
        <c:scaling>
          <c:orientation val="minMax"/>
          <c:max val="3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6300432"/>
        <c:crosses val="autoZero"/>
        <c:crossBetween val="midCat"/>
        <c:majorUnit val="0.2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1358775911034724E-2"/>
          <c:y val="1.9843373787479766E-2"/>
          <c:w val="0.90793716844635897"/>
          <c:h val="0.90200032122561402"/>
        </c:manualLayout>
      </c:layout>
      <c:scatterChart>
        <c:scatterStyle val="lineMarker"/>
        <c:varyColors val="0"/>
        <c:ser>
          <c:idx val="0"/>
          <c:order val="0"/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Sheet1!$A$2:$A$4</c:f>
              <c:numCache>
                <c:formatCode>General</c:formatCode>
                <c:ptCount val="3"/>
                <c:pt idx="0">
                  <c:v>0.7</c:v>
                </c:pt>
              </c:numCache>
            </c:numRef>
          </c:xVal>
          <c:yVal>
            <c:numRef>
              <c:f>Sheet1!$B$2:$B$4</c:f>
              <c:numCache>
                <c:formatCode>General</c:formatCode>
                <c:ptCount val="3"/>
              </c:numCache>
            </c:numRef>
          </c:yVal>
          <c:smooth val="0"/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Y-Values</c:v>
                      </c:pt>
                    </c:strCache>
                  </c:strRef>
                </c15:tx>
              </c15:filteredSeriesTitle>
            </c:ext>
            <c:ext xmlns:c16="http://schemas.microsoft.com/office/drawing/2014/chart" uri="{C3380CC4-5D6E-409C-BE32-E72D297353CC}">
              <c16:uniqueId val="{00000000-280B-4759-8C6E-167EF6B0DB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36300432"/>
        <c:axId val="2036298768"/>
      </c:scatterChart>
      <c:valAx>
        <c:axId val="2036300432"/>
        <c:scaling>
          <c:orientation val="minMax"/>
          <c:max val="5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6298768"/>
        <c:crosses val="autoZero"/>
        <c:crossBetween val="midCat"/>
      </c:valAx>
      <c:valAx>
        <c:axId val="2036298768"/>
        <c:scaling>
          <c:orientation val="minMax"/>
          <c:max val="3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6300432"/>
        <c:crosses val="autoZero"/>
        <c:crossBetween val="midCat"/>
        <c:majorUnit val="0.2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5321099076700149E-2"/>
          <c:y val="4.2481111946685059E-2"/>
          <c:w val="0.90793716844635897"/>
          <c:h val="0.90200032122561402"/>
        </c:manualLayout>
      </c:layout>
      <c:scatterChart>
        <c:scatterStyle val="lineMarker"/>
        <c:varyColors val="0"/>
        <c:ser>
          <c:idx val="0"/>
          <c:order val="0"/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Sheet1!$A$2:$A$4</c:f>
              <c:numCache>
                <c:formatCode>General</c:formatCode>
                <c:ptCount val="3"/>
                <c:pt idx="0">
                  <c:v>0.7</c:v>
                </c:pt>
              </c:numCache>
            </c:numRef>
          </c:xVal>
          <c:yVal>
            <c:numRef>
              <c:f>Sheet1!$B$2:$B$4</c:f>
              <c:numCache>
                <c:formatCode>General</c:formatCode>
                <c:ptCount val="3"/>
              </c:numCache>
            </c:numRef>
          </c:yVal>
          <c:smooth val="0"/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Y-Values</c:v>
                      </c:pt>
                    </c:strCache>
                  </c:strRef>
                </c15:tx>
              </c15:filteredSeriesTitle>
            </c:ext>
            <c:ext xmlns:c16="http://schemas.microsoft.com/office/drawing/2014/chart" uri="{C3380CC4-5D6E-409C-BE32-E72D297353CC}">
              <c16:uniqueId val="{00000000-0A47-4A1E-8F52-0AC0400D82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36300432"/>
        <c:axId val="2036298768"/>
      </c:scatterChart>
      <c:valAx>
        <c:axId val="2036300432"/>
        <c:scaling>
          <c:orientation val="minMax"/>
          <c:max val="5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6298768"/>
        <c:crosses val="autoZero"/>
        <c:crossBetween val="midCat"/>
      </c:valAx>
      <c:valAx>
        <c:axId val="2036298768"/>
        <c:scaling>
          <c:orientation val="minMax"/>
          <c:max val="3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6300432"/>
        <c:crosses val="autoZero"/>
        <c:crossBetween val="midCat"/>
        <c:majorUnit val="0.2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9870391717661323E-2"/>
          <c:y val="3.363619046005481E-2"/>
          <c:w val="0.90793716844635897"/>
          <c:h val="0.90200032122561402"/>
        </c:manualLayout>
      </c:layout>
      <c:scatterChart>
        <c:scatterStyle val="lineMarker"/>
        <c:varyColors val="0"/>
        <c:ser>
          <c:idx val="0"/>
          <c:order val="0"/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Sheet1!$A$2:$A$4</c:f>
              <c:numCache>
                <c:formatCode>General</c:formatCode>
                <c:ptCount val="3"/>
                <c:pt idx="0">
                  <c:v>0.7</c:v>
                </c:pt>
              </c:numCache>
            </c:numRef>
          </c:xVal>
          <c:yVal>
            <c:numRef>
              <c:f>Sheet1!$B$2:$B$4</c:f>
              <c:numCache>
                <c:formatCode>General</c:formatCode>
                <c:ptCount val="3"/>
              </c:numCache>
            </c:numRef>
          </c:yVal>
          <c:smooth val="0"/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Y-Values</c:v>
                      </c:pt>
                    </c:strCache>
                  </c:strRef>
                </c15:tx>
              </c15:filteredSeriesTitle>
            </c:ext>
            <c:ext xmlns:c16="http://schemas.microsoft.com/office/drawing/2014/chart" uri="{C3380CC4-5D6E-409C-BE32-E72D297353CC}">
              <c16:uniqueId val="{00000000-E10C-4552-B70D-BB28DEEDEA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36300432"/>
        <c:axId val="2036298768"/>
      </c:scatterChart>
      <c:valAx>
        <c:axId val="2036300432"/>
        <c:scaling>
          <c:orientation val="minMax"/>
          <c:max val="5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6298768"/>
        <c:crosses val="autoZero"/>
        <c:crossBetween val="midCat"/>
      </c:valAx>
      <c:valAx>
        <c:axId val="2036298768"/>
        <c:scaling>
          <c:orientation val="minMax"/>
          <c:max val="11"/>
          <c:min val="0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6300432"/>
        <c:crosses val="autoZero"/>
        <c:crossBetween val="midCat"/>
        <c:majorUnit val="1"/>
        <c:minorUnit val="1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5880689704669575E-2"/>
          <c:y val="4.593377319193314E-2"/>
          <c:w val="0.90793716844635897"/>
          <c:h val="0.90200032122561402"/>
        </c:manualLayout>
      </c:layout>
      <c:scatterChart>
        <c:scatterStyle val="lineMarker"/>
        <c:varyColors val="0"/>
        <c:ser>
          <c:idx val="0"/>
          <c:order val="0"/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Sheet1!$A$2:$A$4</c:f>
              <c:numCache>
                <c:formatCode>General</c:formatCode>
                <c:ptCount val="3"/>
                <c:pt idx="0">
                  <c:v>0.7</c:v>
                </c:pt>
              </c:numCache>
            </c:numRef>
          </c:xVal>
          <c:yVal>
            <c:numRef>
              <c:f>Sheet1!$B$2:$B$4</c:f>
              <c:numCache>
                <c:formatCode>General</c:formatCode>
                <c:ptCount val="3"/>
              </c:numCache>
            </c:numRef>
          </c:yVal>
          <c:smooth val="0"/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Y-Values</c:v>
                      </c:pt>
                    </c:strCache>
                  </c:strRef>
                </c15:tx>
              </c15:filteredSeriesTitle>
            </c:ext>
            <c:ext xmlns:c16="http://schemas.microsoft.com/office/drawing/2014/chart" uri="{C3380CC4-5D6E-409C-BE32-E72D297353CC}">
              <c16:uniqueId val="{00000000-131E-43EC-BD39-94CA2821D0A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36300432"/>
        <c:axId val="2036298768"/>
      </c:scatterChart>
      <c:valAx>
        <c:axId val="2036300432"/>
        <c:scaling>
          <c:orientation val="minMax"/>
          <c:max val="5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6298768"/>
        <c:crosses val="autoZero"/>
        <c:crossBetween val="midCat"/>
      </c:valAx>
      <c:valAx>
        <c:axId val="2036298768"/>
        <c:scaling>
          <c:orientation val="minMax"/>
          <c:max val="11"/>
          <c:min val="0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6300432"/>
        <c:crosses val="autoZero"/>
        <c:crossBetween val="midCat"/>
        <c:majorUnit val="1"/>
        <c:minorUnit val="1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5880689704669575E-2"/>
          <c:y val="4.593377319193314E-2"/>
          <c:w val="0.90793716844635897"/>
          <c:h val="0.90200032122561402"/>
        </c:manualLayout>
      </c:layout>
      <c:scatterChart>
        <c:scatterStyle val="lineMarker"/>
        <c:varyColors val="0"/>
        <c:ser>
          <c:idx val="0"/>
          <c:order val="0"/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Sheet1!$A$2:$A$4</c:f>
              <c:numCache>
                <c:formatCode>General</c:formatCode>
                <c:ptCount val="3"/>
                <c:pt idx="0">
                  <c:v>0.7</c:v>
                </c:pt>
              </c:numCache>
            </c:numRef>
          </c:xVal>
          <c:yVal>
            <c:numRef>
              <c:f>Sheet1!$B$2:$B$4</c:f>
              <c:numCache>
                <c:formatCode>General</c:formatCode>
                <c:ptCount val="3"/>
              </c:numCache>
            </c:numRef>
          </c:yVal>
          <c:smooth val="0"/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Y-Values</c:v>
                      </c:pt>
                    </c:strCache>
                  </c:strRef>
                </c15:tx>
              </c15:filteredSeriesTitle>
            </c:ext>
            <c:ext xmlns:c16="http://schemas.microsoft.com/office/drawing/2014/chart" uri="{C3380CC4-5D6E-409C-BE32-E72D297353CC}">
              <c16:uniqueId val="{00000000-B09A-43E9-A045-4A5F2D10F9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36300432"/>
        <c:axId val="2036298768"/>
      </c:scatterChart>
      <c:valAx>
        <c:axId val="2036300432"/>
        <c:scaling>
          <c:orientation val="minMax"/>
          <c:max val="5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6298768"/>
        <c:crosses val="autoZero"/>
        <c:crossBetween val="midCat"/>
      </c:valAx>
      <c:valAx>
        <c:axId val="2036298768"/>
        <c:scaling>
          <c:orientation val="minMax"/>
          <c:max val="11"/>
          <c:min val="0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6300432"/>
        <c:crosses val="autoZero"/>
        <c:crossBetween val="midCat"/>
        <c:majorUnit val="1"/>
        <c:minorUnit val="1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5880685687688876E-2"/>
          <c:y val="2.6895038882643663E-2"/>
          <c:w val="0.90793716844635897"/>
          <c:h val="0.90200032122561402"/>
        </c:manualLayout>
      </c:layout>
      <c:scatterChart>
        <c:scatterStyle val="lineMarker"/>
        <c:varyColors val="0"/>
        <c:ser>
          <c:idx val="0"/>
          <c:order val="0"/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Sheet1!$A$2:$A$4</c:f>
              <c:numCache>
                <c:formatCode>General</c:formatCode>
                <c:ptCount val="3"/>
                <c:pt idx="0">
                  <c:v>0.7</c:v>
                </c:pt>
              </c:numCache>
            </c:numRef>
          </c:xVal>
          <c:yVal>
            <c:numRef>
              <c:f>Sheet1!$B$2:$B$4</c:f>
              <c:numCache>
                <c:formatCode>General</c:formatCode>
                <c:ptCount val="3"/>
              </c:numCache>
            </c:numRef>
          </c:yVal>
          <c:smooth val="0"/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Y-Values</c:v>
                      </c:pt>
                    </c:strCache>
                  </c:strRef>
                </c15:tx>
              </c15:filteredSeriesTitle>
            </c:ext>
            <c:ext xmlns:c16="http://schemas.microsoft.com/office/drawing/2014/chart" uri="{C3380CC4-5D6E-409C-BE32-E72D297353CC}">
              <c16:uniqueId val="{00000000-14B5-4898-801A-BE2C1EBFFD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36300432"/>
        <c:axId val="2036298768"/>
      </c:scatterChart>
      <c:valAx>
        <c:axId val="2036300432"/>
        <c:scaling>
          <c:orientation val="minMax"/>
          <c:max val="5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6298768"/>
        <c:crosses val="autoZero"/>
        <c:crossBetween val="midCat"/>
      </c:valAx>
      <c:valAx>
        <c:axId val="2036298768"/>
        <c:scaling>
          <c:orientation val="minMax"/>
          <c:max val="11"/>
          <c:min val="0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6300432"/>
        <c:crosses val="autoZero"/>
        <c:crossBetween val="midCat"/>
        <c:majorUnit val="1"/>
        <c:minorUnit val="1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6-02-05T13:12:17.829"/>
    </inkml:context>
    <inkml:brush xml:id="br0">
      <inkml:brushProperty name="width" value="0.1" units="cm"/>
      <inkml:brushProperty name="height" value="0.1" units="cm"/>
      <inkml:brushProperty name="fitToCurve" value="1"/>
    </inkml:brush>
  </inkml:definitions>
  <inkml:traceGroup>
    <inkml:annotationXML>
      <emma:emma xmlns:emma="http://www.w3.org/2003/04/emma" version="1.0">
        <emma:interpretation id="{1E8AF047-14C1-4293-8143-68A0C70A6DEB}" emma:medium="tactile" emma:mode="ink">
          <msink:context xmlns:msink="http://schemas.microsoft.com/ink/2010/main" type="writingRegion" rotatedBoundingBox="38255,8146 39137,8146 39137,12467 38255,12467"/>
        </emma:interpretation>
      </emma:emma>
    </inkml:annotationXML>
    <inkml:traceGroup>
      <inkml:annotationXML>
        <emma:emma xmlns:emma="http://www.w3.org/2003/04/emma" version="1.0">
          <emma:interpretation id="{8D73A118-4521-4D5A-9E1D-0B1A8B052517}" emma:medium="tactile" emma:mode="ink">
            <msink:context xmlns:msink="http://schemas.microsoft.com/ink/2010/main" type="paragraph" rotatedBoundingBox="38255,8146 39137,8146 39137,12467 38255,1246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EC6555CC-E30B-4B53-BC26-EAAD6C7DD820}" emma:medium="tactile" emma:mode="ink">
              <msink:context xmlns:msink="http://schemas.microsoft.com/ink/2010/main" type="line" rotatedBoundingBox="38255,8146 39137,8146 39137,12467 38255,12467"/>
            </emma:interpretation>
          </emma:emma>
        </inkml:annotationXML>
        <inkml:traceGroup>
          <inkml:annotationXML>
            <emma:emma xmlns:emma="http://www.w3.org/2003/04/emma" version="1.0">
              <emma:interpretation id="{09A8BDF2-6157-4D67-BBBF-0C31B1C699E2}" emma:medium="tactile" emma:mode="ink">
                <msink:context xmlns:msink="http://schemas.microsoft.com/ink/2010/main" type="inkWord" rotatedBoundingBox="38255,12452 38270,12452 38270,12467 38255,12467"/>
              </emma:interpretation>
              <emma:one-of disjunction-type="recognition" id="oneOf0">
                <emma:interpretation id="interp0" emma:lang="" emma:confidence="0.5">
                  <emma:literal>.</emma:literal>
                </emma:interpretation>
                <emma:interpretation id="interp1" emma:lang="" emma:confidence="0">
                  <emma:literal>,</emma:literal>
                </emma:interpretation>
                <emma:interpretation id="interp2" emma:lang="" emma:confidence="0">
                  <emma:literal>\</emma:literal>
                </emma:interpretation>
                <emma:interpretation id="interp3" emma:lang="" emma:confidence="0">
                  <emma:literal>`</emma:literal>
                </emma:interpretation>
                <emma:interpretation id="interp4" emma:lang="" emma:confidence="0">
                  <emma:literal>'</emma:literal>
                </emma:interpretation>
              </emma:one-of>
            </emma:emma>
          </inkml:annotationXML>
          <inkml:trace contextRef="#ctx0" brushRef="#br0">-867 4306 0</inkml:trace>
        </inkml:traceGroup>
        <inkml:traceGroup>
          <inkml:annotationXML>
            <emma:emma xmlns:emma="http://www.w3.org/2003/04/emma" version="1.0">
              <emma:interpretation id="{0CDCDB91-1E4E-4D5B-AA1C-EF16C187E3E8}" emma:medium="tactile" emma:mode="ink">
                <msink:context xmlns:msink="http://schemas.microsoft.com/ink/2010/main" type="inkWord" rotatedBoundingBox="39122,8146 39137,8146 39137,8161 39122,8161"/>
              </emma:interpretation>
              <emma:one-of disjunction-type="recognition" id="oneOf1">
                <emma:interpretation id="interp5" emma:lang="" emma:confidence="1">
                  <emma:literal/>
                </emma:interpretation>
              </emma:one-of>
            </emma:emma>
          </inkml:annotationXML>
          <inkml:trace contextRef="#ctx0" brushRef="#br0" timeOffset="-1.66159E6">0 0 0</inkml:trace>
        </inkml:traceGroup>
      </inkml:traceGroup>
    </inkml:traceGroup>
  </inkml:traceGroup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6-02-05T13:15:22.631"/>
    </inkml:context>
    <inkml:brush xml:id="br0">
      <inkml:brushProperty name="width" value="0.1" units="cm"/>
      <inkml:brushProperty name="height" value="0.1" units="cm"/>
      <inkml:brushProperty name="fitToCurve" value="1"/>
    </inkml:brush>
  </inkml:definitions>
  <inkml:traceGroup>
    <inkml:annotationXML>
      <emma:emma xmlns:emma="http://www.w3.org/2003/04/emma" version="1.0">
        <emma:interpretation id="{C75FECC1-A8E4-4A28-B337-180D74F6E8EE}" emma:medium="tactile" emma:mode="ink">
          <msink:context xmlns:msink="http://schemas.microsoft.com/ink/2010/main" type="writingRegion" rotatedBoundingBox="31040,15391 32650,15400 32646,16175 31036,16167"/>
        </emma:interpretation>
      </emma:emma>
    </inkml:annotationXML>
    <inkml:traceGroup>
      <inkml:annotationXML>
        <emma:emma xmlns:emma="http://www.w3.org/2003/04/emma" version="1.0">
          <emma:interpretation id="{0170D011-FBDB-48F1-B552-82B3CEF073CB}" emma:medium="tactile" emma:mode="ink">
            <msink:context xmlns:msink="http://schemas.microsoft.com/ink/2010/main" type="paragraph" rotatedBoundingBox="31040,15391 32650,15400 32646,16175 31036,1616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609C22C4-7B94-457A-A00C-4C4CB7A41A44}" emma:medium="tactile" emma:mode="ink">
              <msink:context xmlns:msink="http://schemas.microsoft.com/ink/2010/main" type="line" rotatedBoundingBox="31040,15391 32650,15400 32646,16175 31036,16167"/>
            </emma:interpretation>
          </emma:emma>
        </inkml:annotationXML>
        <inkml:traceGroup>
          <inkml:annotationXML>
            <emma:emma xmlns:emma="http://www.w3.org/2003/04/emma" version="1.0">
              <emma:interpretation id="{EBFB31B2-889A-4929-82A0-1B25911B09A8}" emma:medium="tactile" emma:mode="ink">
                <msink:context xmlns:msink="http://schemas.microsoft.com/ink/2010/main" type="inkWord" rotatedBoundingBox="31040,15391 32650,15400 32646,16175 31036,16167"/>
              </emma:interpretation>
              <emma:one-of disjunction-type="recognition" id="oneOf0">
                <emma:interpretation id="interp0" emma:lang="" emma:confidence="0.5">
                  <emma:literal>spina.]</emma:literal>
                </emma:interpretation>
                <emma:interpretation id="interp1" emma:lang="" emma:confidence="0">
                  <emma:literal>Ins.-onions</emma:literal>
                </emma:interpretation>
                <emma:interpretation id="interp2" emma:lang="" emma:confidence="0">
                  <emma:literal>spina.]}</emma:literal>
                </emma:interpretation>
                <emma:interpretation id="interp3" emma:lang="" emma:confidence="0">
                  <emma:literal>spina.]]</emma:literal>
                </emma:interpretation>
                <emma:interpretation id="interp4" emma:lang="" emma:confidence="0">
                  <emma:literal>I-is.-onions</emma:literal>
                </emma:interpretation>
              </emma:one-of>
            </emma:emma>
          </inkml:annotationXML>
          <inkml:trace contextRef="#ctx0" brushRef="#br0">158 659 0,'-31'0'219,"0"0"-204,0 0 32,0 0-16,1-31-31,30 0 16,0 0 15,0 0-15,30 31 93,-30 31-77,0 0-1,0 0-31,31-31 62,0 0 16,0 0-62,-31 31 15,0-62 79,0 0-95,31 31 95,-31 31-95,31-31 142,-31-31-17,0 0-109,0 0-31,31 31 63,-31 31-1,0-62 48,-31 31 62,0 0-172,31-31 47,0 0-1,0 62 79,-31-31-78,0 0-31,62 0 46,0 0-15,0 0-31,0 0-16,0 0 31,-31 31-15,0-62 93,31 31-78,-31-31-31,0 0 16,31 31 0,-31 31 46,0-62 79,0 0-126,0 0 189,31 0-189,-31 62 79,0 0-63,31-31 47,0 0-46,-31 31 14,0 0-30,0 0 15,-31-31 1,0 0-17,31-31 266,0 0-265,31 31 0,-31-31-1,31 31-15,-31 31 78,-31 0-62,0-31 0,0 31-1,0-31 17,62 0 30,-31 31 47,0 0-93,-31-31-16,0 0 47,31-31-16,0 0 0,0 0-15,0 0 15,-31 31 47,0 0-62,0 0 0,0 0-1,62 0 48,0 0-48,0 0 17,0 0-17,-31 31 17,0 0-1,0-62 94,31 31-94,0 0-15,0 0 31,-31-31-16,31 31-31,0-31 31,-31 0-31,31 0 16,-31 0 31,31 31 578,0 0-594,0 0 0,0 0-31,0 0 31,0 0 79,0 0 140,0 0-235,-31 31 48,-31-31 156,31 31-219,-31 0 15,0-31 1,0 0-1,0 0 1,0 0 0,0 0 62,31 31-47,-31-31-15,0 0-1,0 0 1,0 0 0,31-31 15,0 0-16,0 62 95,0-62-32,-31 31 31,31 31-109,-31 0 0,31-62 94,0 0-78,0 62 62,0 0-63,-31 0 1,0-31 0,0 0-1,0 0 1,31-31 15,0 0-15,31 0 15,0 31-31,0 0 47,-31 31-16,0 0-15,0 0-1,0-62 48,0 0-47,31 31-1,-31-31-15,0 0 31,0 0-31,0 62 47,0 0-15,0-62 30,31 0-31,0 31-15,0 0 0,-31-31-16,31 0 15,0 31 204,0 0-157,-31 31-62,31-62 125,0 31-109,0 0 0,0 0-1,0 0 17,-31 31-17,31-31 79,0-31-78,0 31-16,0-31 15,0 0 1,0 31-16,0 0 31,0 0-31,0 0 31,0 0-15,0 0 0,-31-31 46,31 31 32,-31 31-63,0 0 78,0 0-109,0 0 32,0 0-1,0 0-15,0 0-1,0 0 16,0-62 63,0 0-94,0 0 31,-31 31 32,0 0-47,0 0-1,0 0 16,31-31 16,0 0-15,0 0-32,0 62 62,-31 0-31,0-31 1,31-31 61,0 62-15,-31 0-46,31-62 46,0 0-47,31 0-15,-31 62 62,-31-31-78,31 31 15,-31-31 1,0 0 0,0 0-1,31-31 32,31 31-31,-31-31-16,31 0 15,-31 0 1,31 31-16,0 0 16,-31 31 31,0 0-32,0 0 1,31-31 31,0 0 0,0 0-47,0 0 31,0 0-16,-31 31-15,31-31 16,-31 31 15,0 0-15,0 0 0,0 0-1,0-62 48,0 0-48,0 0 17,-31 62 61,0-31-93,0 0 16,0 0 0,0 0-1,0-31 16,31 0-15,0 0 0,0 0-1,0 0-15,0 0 16,-31 31 15,0 0 0,-31 0-15,31 31 0,0-31-1,31 31-15,-31-31 32,0 0-32,62-31 46,-31 0-30,0 62 47,-31 0-48,0-31 1,31 31-16,-31-31 15,62-31 48,0 0-47,0 31-1,0 0 32,-31 31 0,0 0-16,31-31 16,-31-31-16,0 0-15,-31 62 46,31 0-46,-62 0-16,31 0 16,0-31-1,0 0 1,0 0 0,31-31 62,0 62-16,0 0-46,0 0-1,0 0-15,-31 0 16,0-31 31,31 31 31,0 0-62,0 0 31,-31-31-32,0 0 1,0 0-1,0 0 1,0 0-16,0 0 16,0 0 15,0 0-15,31 31 46,-31-62 16,0 31-78,0 0 31,62 31 32,0 0-32,-31 0-15,31 0-1,0 0 1,0-31 31,0 0 15,0 0-46,-31 31 15,31-31-15,-31 31 0,0 0-1,0-62 110,0 0-109,0 0 140,0 0-140,0 0-1,0 0 1,0 0-16,0 0 16,0-31 15,0 31-16,0 0 1,0 0-16,0 0 16,0 0 15,31 31-31,-31-31 31,31 31-15,-31-31-1,0 0-15,0 0 0,0 0 16,31 1 0,0 30-1,-31-31 1,31 0 0,0 31-1,-31-31-15,31 31 16,-31-31-16,31 31 15,0 0 17,-31 31-1,31 0-31,-31 0 31,0 0 0,0-1-15,31-30 31,0 0-31,0 31-1,0 0 1,-31 0 15,0 0-15,0 0 31,31-31 15,0 0-46,0 0 15,0 0-15,0 0-1,-31 31 32,0 0-31,0-62 62,0 0-63,0 0 17,-31 31 77,0 0-109,0 0 0,0 0 16,-31 0-1,31-31 32,31 0-31,0 0-16,0 0 0,-31 31 78,0 31-62,0 31-16,0-62 15,0 31-15,-31 0 16,62-62 46,0 0-46,31 0 15,-31 0-15,31 31-1,-31 31 1,0 0 15,-31 0-15,31 0 0,-31-31-1,31-31 32,0 0-31,31 31-16,-31-31 15,0 0 1,0 62 46,0 0-46,-31-31-16,31-31 63,0 0-32,0 0 0,-31 31 16,0 0-47,0 31 16,0 0-1,31 0-15,-31-31 16,31 31-1,-31-31 17,31-31-1,0 0-15,31 0-1,-31 62 63,0 0-78,0 0 0,0 0 32,0-62 61,31 31-93,0-31 16,0 31 15,-31 31 0,0 0-31,0 0 16,0 0 0,0 0-1,0 0-15,0 0 32,0-62-1,31 31-16,-31-31-15,31 0 16,-31 0-16,0 0 16,0 0-1,31 31-15,-31-31 16,31 0 0,0 31-16,-31-31 15,31 31 1,0 0-1,0 0 32,-62 0 47,31-31-78,-31 1-1,31-1 1,-31 31-16,31-31 16,0 0 15,0 0-16,31 31-15,0 0 32,0 0-17,-62 0 48,-31 31-32,31-31-31,0 0 31,0 0-31,62 0 47,0 0-16,0 0-15,0 31 0,0 0-1,-31 0 1,0-1 0,31-30 109,0 0-110,0 0 16,-31 31 1,31-31 61,0 0-77,0 0 15,0 0-15,0 0 15,0 0-15,-31 31-1,31-31-15,-31 31 16,31-62 78,-31 0-94,31 31 31,0 0-15,0 0-1,-31 31 1,31-31 0,-31 31-1,31-31-15,-31 31 16,0 0-1,0-62 79,31 31-94,-31-31 16,0 0-1,0 62 64,0 0-64,0-62 110,0 62-78,0 0-31,0 0-1,0 0 32,0-62 47,0 0-78,0 62 46,0-62 79,31 0-126,0 31 17,-31 31-1,31-31-16,-31 31 1,0-62 93,31 31-62,-31 31-31,31-31 0,-31 31 15,0 0-16,0 0 17,0-62 46,0 0-63,30 31 1,-30 31 31,0 0-31,31-31 171,-31 31-171,0 0-1,0-62 79,0 62-16,0 0-47,0 0 16,0-62 31,0 0-62,0 0 0,0 62 31,0 0-32,0-62 110,0 0-94,0 0-15,-31 31 109,1-31-125,-1 0 31,0 31 1,0-31-32,31 62 125,-31-31-110,31 31-15,-31-31 16,0 31-16,0 0 15,0-31 1,0 0 0,62 0 62,0 0-63,0 0 1,0 0 0,-31-31 46,0 0-31,0 0-15,31 31 93,0 0-77,0 0-1,-31 31 31,0 0-30,0 0-17,0 0 1,0 0 0,0 0 30,31 0-46,-31-62 282,0 0-251,31 0 0,-1 31-15,1 0 124,0 0-46,-31 31-31,0-62 77,0 0-140,0 62 78,0 0-46,0-62 77,0 62-31,31-31-62,-31 31-1,0-62 64,31 31-48,0 0 16,-31 31 0,0-62 46,31 31-77,-31 31 62,0 0-78,0 0 31,0 0 157,0 0-173,0-62 64,0 62 30,0 0-93,0-62 77,0 0-93,0 0 32,0 0 108,0 0-109,0 0-15,0 0-16,0-31 16,0 31 31,0 0-47,0 62 46,0 0-14,0 0-17,0 0 1,-31-62 78,31 0-79,-31 0 1,31 0 0,-31 31 30,0 0 1,0 0-31,0-31 31,1 31-47,-1 0 31,0 0-15,31-31-1,0 0 17,0 0-17,-31 31 63,0 0-62,0 0 15,31-31-15,0 0 15,0 0-15,0 62 62,0 0-47,0 0-15,-62 0 15,62 0-31,-31-31 31,0 0 125,0 0-124,0 0-17,31-31 63,0 0-78,31 31 32,-31-31-32,0 0 15,-31 31 48,0 0-32,0 0 0,31-31 32,31 31-32,0 0-15,-62 0 46,0 0-31,0 0-15,0 0-16,62 0 94,0 0-79,0 0 17,-62 0 30,0 0-46,0 0-1,0 0 1,62-30 47,0-1-48,0 31 1,-62 0 78,0 0-94,0 0 15,0 0 1,0 0-1,31-31 17,31 31-17,0 0 17,0 0-17,-62 0 48,0 0-48,0 0 1,0 0 0,0 0-16,0 0 15,0 0 1,62 0 46,0 0-46,0 0 0,0 0 15,0 0 63,0 0-63,0 0-16,0 0 17,0 0-17,-31 31 17,31-31-32,-31 31 15,62-31 1,-62 30-16,31 1 31,0 0-15,0 0 15,0 0-31,0-31 31,0 0-31,0 31 16,0 0-16,31-31 15,-32 0 1,1 0-16,0 31 16,0-31-1,0 31-15,0-31 16,-31 31-16,31 0 16,-31 0-1,31-31 1,0 31-16,-31-62 94,0 0-79,31 0 1,0 31-1,-31 31 329,0 0-313,-31 0-15,31 0 15,0 0-15,0 0 15,0 0-15,-31-31 249,0 0-233,31-31-17,-31 31-15,0 0 47,0 0-16,0 0 63,31-31-47</inkml:trace>
        </inkml:traceGroup>
      </inkml:traceGroup>
    </inkml:traceGroup>
  </inkml:traceGroup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6-02-05T14:03:28.529"/>
    </inkml:context>
    <inkml:brush xml:id="br0">
      <inkml:brushProperty name="width" value="0.1" units="cm"/>
      <inkml:brushProperty name="height" value="0.1" units="cm"/>
      <inkml:brushProperty name="color" value="#92D050"/>
      <inkml:brushProperty name="fitToCurve" value="1"/>
    </inkml:brush>
  </inkml:definitions>
  <inkml:traceGroup>
    <inkml:annotationXML>
      <emma:emma xmlns:emma="http://www.w3.org/2003/04/emma" version="1.0">
        <emma:interpretation id="{2000EB6F-A55D-43DC-971D-11C4F61DB026}" emma:medium="tactile" emma:mode="ink">
          <msink:context xmlns:msink="http://schemas.microsoft.com/ink/2010/main" type="writingRegion" rotatedBoundingBox="13103,5330 13327,4654 13879,4837 13655,5513"/>
        </emma:interpretation>
      </emma:emma>
    </inkml:annotationXML>
    <inkml:traceGroup>
      <inkml:annotationXML>
        <emma:emma xmlns:emma="http://www.w3.org/2003/04/emma" version="1.0">
          <emma:interpretation id="{65503909-B397-40DB-B46C-DD5B063984C7}" emma:medium="tactile" emma:mode="ink">
            <msink:context xmlns:msink="http://schemas.microsoft.com/ink/2010/main" type="paragraph" rotatedBoundingBox="13103,5330 13327,4654 13879,4837 13655,5513" alignmentLevel="1"/>
          </emma:interpretation>
        </emma:emma>
      </inkml:annotationXML>
      <inkml:traceGroup>
        <inkml:annotationXML>
          <emma:emma xmlns:emma="http://www.w3.org/2003/04/emma" version="1.0">
            <emma:interpretation id="{2F52E625-B030-4799-87ED-B7ADCD631CC9}" emma:medium="tactile" emma:mode="ink">
              <msink:context xmlns:msink="http://schemas.microsoft.com/ink/2010/main" type="line" rotatedBoundingBox="13103,5330 13327,4654 13879,4837 13655,5513"/>
            </emma:interpretation>
          </emma:emma>
        </inkml:annotationXML>
        <inkml:traceGroup>
          <inkml:annotationXML>
            <emma:emma xmlns:emma="http://www.w3.org/2003/04/emma" version="1.0">
              <emma:interpretation id="{C5D54AA9-C7DA-47F6-B34E-E9FFB4D62726}" emma:medium="tactile" emma:mode="ink">
                <msink:context xmlns:msink="http://schemas.microsoft.com/ink/2010/main" type="inkWord" rotatedBoundingBox="13408,5431 13413,5415 13427,5419 13421,5435"/>
              </emma:interpretation>
              <emma:one-of disjunction-type="recognition" id="oneOf0">
                <emma:interpretation id="interp0" emma:lang="" emma:confidence="0.5">
                  <emma:literal>.</emma:literal>
                </emma:interpretation>
                <emma:interpretation id="interp1" emma:lang="" emma:confidence="0">
                  <emma:literal>,</emma:literal>
                </emma:interpretation>
                <emma:interpretation id="interp2" emma:lang="" emma:confidence="0">
                  <emma:literal>\</emma:literal>
                </emma:interpretation>
                <emma:interpretation id="interp3" emma:lang="" emma:confidence="0">
                  <emma:literal>`</emma:literal>
                </emma:interpretation>
                <emma:interpretation id="interp4" emma:lang="" emma:confidence="0">
                  <emma:literal>'</emma:literal>
                </emma:interpretation>
              </emma:one-of>
            </emma:emma>
          </inkml:annotationXML>
          <inkml:trace contextRef="#ctx0" brushRef="#br0">0 464 0</inkml:trace>
        </inkml:traceGroup>
        <inkml:traceGroup>
          <inkml:annotationXML>
            <emma:emma xmlns:emma="http://www.w3.org/2003/04/emma" version="1.0">
              <emma:interpretation id="{B3C9BC4E-39DB-48C0-A95F-6C17F48A46C3}" emma:medium="tactile" emma:mode="ink">
                <msink:context xmlns:msink="http://schemas.microsoft.com/ink/2010/main" type="inkWord" rotatedBoundingBox="13167,5135 13327,4654 13879,4837 13719,5318"/>
              </emma:interpretation>
              <emma:one-of disjunction-type="recognition" id="oneOf1">
                <emma:interpretation id="interp5" emma:lang="" emma:confidence="1">
                  <emma:literal/>
                </emma:interpretation>
              </emma:one-of>
            </emma:emma>
          </inkml:annotationXML>
          <inkml:trace contextRef="#ctx0" brushRef="#br0" timeOffset="-7305.4289">155-217 0</inkml:trace>
          <inkml:trace contextRef="#ctx0" brushRef="#br0" timeOffset="-11951.0444">0 0 0</inkml:trace>
          <inkml:trace contextRef="#ctx0" brushRef="#br0" timeOffset="-10370.5764">341-62 0</inkml:trace>
          <inkml:trace contextRef="#ctx0" brushRef="#br0" timeOffset="-8525.1941">0 248 0</inkml:trace>
          <inkml:trace contextRef="#ctx0" brushRef="#br0" timeOffset="-5975.8402">155 93 0</inkml:trace>
          <inkml:trace contextRef="#ctx0" brushRef="#br0" timeOffset="-9517.3725">341 217 0</inkml:trace>
          <inkml:trace contextRef="#ctx0" brushRef="#br0" timeOffset="-3428.6767">-124 124 0</inkml:trace>
          <inkml:trace contextRef="#ctx0" brushRef="#br0" timeOffset="-1774.8979">-154-93 0</inkml:trace>
        </inkml:traceGroup>
      </inkml:traceGroup>
    </inkml:traceGroup>
  </inkml:traceGroup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6-02-05T14:22:38.705"/>
    </inkml:context>
    <inkml:brush xml:id="br0">
      <inkml:brushProperty name="width" value="0.1" units="cm"/>
      <inkml:brushProperty name="height" value="0.1" units="cm"/>
      <inkml:brushProperty name="color" value="#92D050"/>
      <inkml:brushProperty name="fitToCurve" value="1"/>
    </inkml:brush>
  </inkml:definitions>
  <inkml:trace contextRef="#ctx0" brushRef="#br0">0 0 0</inkml:trace>
  <inkml:trace contextRef="#ctx0" brushRef="#br0" timeOffset="1">341-62 0</inkml:trace>
  <inkml:trace contextRef="#ctx0" brushRef="#br0" timeOffset="2">0 248 0</inkml:trace>
  <inkml:trace contextRef="#ctx0" brushRef="#br0" timeOffset="3">341 217 0</inkml:trace>
  <inkml:trace contextRef="#ctx0" brushRef="#br0" timeOffset="4">155-217 0</inkml:trace>
  <inkml:trace contextRef="#ctx0" brushRef="#br0" timeOffset="5">155 93 0</inkml:trace>
  <inkml:trace contextRef="#ctx0" brushRef="#br0" timeOffset="6">-124 124 0</inkml:trace>
  <inkml:trace contextRef="#ctx0" brushRef="#br0" timeOffset="7">-154-93 0</inkml:trace>
  <inkml:trace contextRef="#ctx0" brushRef="#br0" timeOffset="8">0 464 0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6-02-05T14:22:38.705"/>
    </inkml:context>
    <inkml:brush xml:id="br0">
      <inkml:brushProperty name="width" value="0.1" units="cm"/>
      <inkml:brushProperty name="height" value="0.1" units="cm"/>
      <inkml:brushProperty name="color" value="#92D050"/>
      <inkml:brushProperty name="fitToCurve" value="1"/>
    </inkml:brush>
  </inkml:definitions>
  <inkml:trace contextRef="#ctx0" brushRef="#br0">0 0 0</inkml:trace>
  <inkml:trace contextRef="#ctx0" brushRef="#br0" timeOffset="1">341-62 0</inkml:trace>
  <inkml:trace contextRef="#ctx0" brushRef="#br0" timeOffset="2">0 248 0</inkml:trace>
  <inkml:trace contextRef="#ctx0" brushRef="#br0" timeOffset="3">341 217 0</inkml:trace>
  <inkml:trace contextRef="#ctx0" brushRef="#br0" timeOffset="4">155-217 0</inkml:trace>
  <inkml:trace contextRef="#ctx0" brushRef="#br0" timeOffset="5">155 93 0</inkml:trace>
  <inkml:trace contextRef="#ctx0" brushRef="#br0" timeOffset="6">-124 124 0</inkml:trace>
  <inkml:trace contextRef="#ctx0" brushRef="#br0" timeOffset="7">-154-93 0</inkml:trace>
  <inkml:trace contextRef="#ctx0" brushRef="#br0" timeOffset="8">0 464 0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6-02-05T14:22:38.705"/>
    </inkml:context>
    <inkml:brush xml:id="br0">
      <inkml:brushProperty name="width" value="0.1" units="cm"/>
      <inkml:brushProperty name="height" value="0.1" units="cm"/>
      <inkml:brushProperty name="color" value="#92D050"/>
      <inkml:brushProperty name="fitToCurve" value="1"/>
    </inkml:brush>
  </inkml:definitions>
  <inkml:trace contextRef="#ctx0" brushRef="#br0">0 0 0</inkml:trace>
  <inkml:trace contextRef="#ctx0" brushRef="#br0" timeOffset="1">341-62 0</inkml:trace>
  <inkml:trace contextRef="#ctx0" brushRef="#br0" timeOffset="2">0 248 0</inkml:trace>
  <inkml:trace contextRef="#ctx0" brushRef="#br0" timeOffset="3">341 217 0</inkml:trace>
  <inkml:trace contextRef="#ctx0" brushRef="#br0" timeOffset="4">155-217 0</inkml:trace>
  <inkml:trace contextRef="#ctx0" brushRef="#br0" timeOffset="5">155 93 0</inkml:trace>
  <inkml:trace contextRef="#ctx0" brushRef="#br0" timeOffset="6">-124 124 0</inkml:trace>
  <inkml:trace contextRef="#ctx0" brushRef="#br0" timeOffset="7">-154-93 0</inkml:trace>
  <inkml:trace contextRef="#ctx0" brushRef="#br0" timeOffset="8">0 464 0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6-02-16T13:10:51.748"/>
    </inkml:context>
    <inkml:brush xml:id="br0">
      <inkml:brushProperty name="width" value="0.1" units="cm"/>
      <inkml:brushProperty name="height" value="0.1" units="cm"/>
      <inkml:brushProperty name="color" value="#92D050"/>
      <inkml:brushProperty name="fitToCurve" value="1"/>
    </inkml:brush>
  </inkml:definitions>
  <inkml:trace contextRef="#ctx0" brushRef="#br0">0 464 0</inkml:trace>
  <inkml:trace contextRef="#ctx0" brushRef="#br0" timeOffset="1">155-217 0</inkml:trace>
  <inkml:trace contextRef="#ctx0" brushRef="#br0" timeOffset="2">0 0 0</inkml:trace>
  <inkml:trace contextRef="#ctx0" brushRef="#br0" timeOffset="3">341-62 0</inkml:trace>
  <inkml:trace contextRef="#ctx0" brushRef="#br0" timeOffset="4">0 248 0</inkml:trace>
  <inkml:trace contextRef="#ctx0" brushRef="#br0" timeOffset="5">155 93 0</inkml:trace>
  <inkml:trace contextRef="#ctx0" brushRef="#br0" timeOffset="6">341 217 0</inkml:trace>
  <inkml:trace contextRef="#ctx0" brushRef="#br0" timeOffset="7">-124 124 0</inkml:trace>
  <inkml:trace contextRef="#ctx0" brushRef="#br0" timeOffset="8">-154-93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728B61-BFA6-400D-BDE3-B665A5BDD9AB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92B2C2-2666-4B0E-A8FB-092A6CDE8A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17219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92B2C2-2666-4B0E-A8FB-092A6CDE8A87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8658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This slide is here as a reminder that you need to deal with both the </a:t>
            </a:r>
            <a:r>
              <a:rPr lang="en-GB" i="1" dirty="0"/>
              <a:t>fitting</a:t>
            </a:r>
            <a:r>
              <a:rPr lang="en-GB" dirty="0"/>
              <a:t> and </a:t>
            </a:r>
            <a:r>
              <a:rPr lang="en-GB" i="1" dirty="0"/>
              <a:t>prediction</a:t>
            </a:r>
            <a:r>
              <a:rPr lang="en-GB" dirty="0"/>
              <a:t> phases for each model – you can delete it at your own discretion.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92B2C2-2666-4B0E-A8FB-092A6CDE8A87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46966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133BD-6604-7244-5767-36CF28A90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256B17-3461-6B7C-0762-C3437D962F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2C32B9-A4CC-40FE-3A6C-F84AE06155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Add as many more slides as you need… Remember: no words(!) and 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visuals must be created either with PowerPoint’s built-in tools (e.g., Shapes, Icons, and freehand drawing) or from images you personally authored (e.g., figures generated using Python code in labs).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D0839D-54D4-B791-DAA8-4A1A167064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92B2C2-2666-4B0E-A8FB-092A6CDE8A87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38977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This slide is here as a reminder that you need to deal with both the </a:t>
            </a:r>
            <a:r>
              <a:rPr lang="en-GB" i="1" dirty="0"/>
              <a:t>fitting</a:t>
            </a:r>
            <a:r>
              <a:rPr lang="en-GB" dirty="0"/>
              <a:t> and </a:t>
            </a:r>
            <a:r>
              <a:rPr lang="en-GB" i="1" dirty="0"/>
              <a:t>prediction</a:t>
            </a:r>
            <a:r>
              <a:rPr lang="en-GB" dirty="0"/>
              <a:t> phases for each model – you can delete it at your own discretion.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92B2C2-2666-4B0E-A8FB-092A6CDE8A87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742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Add as many more slides as you need… Remember: no words(!) and 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visuals must be created either with PowerPoint’s built-in tools (e.g., Shapes, Icons, and freehand drawing) or from images you personally authored (e.g., figures generated using Python code in labs).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92B2C2-2666-4B0E-A8FB-092A6CDE8A87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59056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Add as many more slides as you need… Remember: no words(!) and 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visuals must be created either with PowerPoint’s built-in tools (e.g., Shapes, Icons, and freehand drawing) or from images you personally authored (e.g., figures generated using Python code in labs).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92B2C2-2666-4B0E-A8FB-092A6CDE8A87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39932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Add as many more slides as you need… Remember: no words(!) and 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visuals must be created either with PowerPoint’s built-in tools (e.g., Shapes, Icons, and freehand drawing) or from images you personally authored (e.g., figures generated using Python code in labs).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92B2C2-2666-4B0E-A8FB-092A6CDE8A87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25951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Add as many more slides as you need… Remember: no words(!) and 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visuals must be created either with PowerPoint’s built-in tools (e.g., Shapes, Icons, and freehand drawing) or from images you personally authored (e.g., figures generated using Python code in labs).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92B2C2-2666-4B0E-A8FB-092A6CDE8A87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62801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This slide is here as a reminder that you need to deal with both the </a:t>
            </a:r>
            <a:r>
              <a:rPr lang="en-GB" i="1" dirty="0"/>
              <a:t>fitting</a:t>
            </a:r>
            <a:r>
              <a:rPr lang="en-GB" dirty="0"/>
              <a:t> and </a:t>
            </a:r>
            <a:r>
              <a:rPr lang="en-GB" i="1" dirty="0"/>
              <a:t>prediction</a:t>
            </a:r>
            <a:r>
              <a:rPr lang="en-GB" dirty="0"/>
              <a:t> phases for each model – you can delete it at your own discretion.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92B2C2-2666-4B0E-A8FB-092A6CDE8A87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55263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This slide is here as a reminder that you need to deal with both the </a:t>
            </a:r>
            <a:r>
              <a:rPr lang="en-GB" i="1" dirty="0"/>
              <a:t>fitting</a:t>
            </a:r>
            <a:r>
              <a:rPr lang="en-GB" dirty="0"/>
              <a:t> and </a:t>
            </a:r>
            <a:r>
              <a:rPr lang="en-GB" i="1" dirty="0"/>
              <a:t>prediction</a:t>
            </a:r>
            <a:r>
              <a:rPr lang="en-GB" dirty="0"/>
              <a:t> phases for each model – you can delete it at your own discretion.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92B2C2-2666-4B0E-A8FB-092A6CDE8A87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96666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6CF8C-0DFB-BFC2-9F73-49266B193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321249-D279-6BC3-17F9-F1C7A0FDDE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42E752-5AE6-066E-11E8-FFCE67D0D5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Add as many more slides as you need… Remember: no words(!) and 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visuals must be created either with PowerPoint’s built-in tools (e.g., Shapes, Icons, and freehand drawing) or from images you personally authored (e.g., figures generated using Python code in labs).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1A5EA0-A922-48AC-162C-EFBE12187A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92B2C2-2666-4B0E-A8FB-092A6CDE8A87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53140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6CF8C-0DFB-BFC2-9F73-49266B193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321249-D279-6BC3-17F9-F1C7A0FDDE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42E752-5AE6-066E-11E8-FFCE67D0D5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Add as many more slides as you need… Remember: no words(!) and 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visuals must be created either with PowerPoint’s built-in tools (e.g., Shapes, Icons, and freehand drawing) or from images you personally authored (e.g., figures generated using Python code in labs).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1A5EA0-A922-48AC-162C-EFBE12187A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92B2C2-2666-4B0E-A8FB-092A6CDE8A87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84869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This slide is here as a reminder that you need to deal with both the </a:t>
            </a:r>
            <a:r>
              <a:rPr lang="en-GB" i="1" dirty="0"/>
              <a:t>fitting</a:t>
            </a:r>
            <a:r>
              <a:rPr lang="en-GB" dirty="0"/>
              <a:t> and </a:t>
            </a:r>
            <a:r>
              <a:rPr lang="en-GB" i="1" dirty="0"/>
              <a:t>prediction</a:t>
            </a:r>
            <a:r>
              <a:rPr lang="en-GB" dirty="0"/>
              <a:t> phases for each model – you can delete it at your own discretion.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92B2C2-2666-4B0E-A8FB-092A6CDE8A87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86730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F2D68-605C-8378-FD06-40D6326ED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28E673-760A-3BE3-C72F-FBE54F995B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8B0065-6D49-F970-35CE-A3D1C7DEE4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Add as many more slides as you need… Remember: no words(!) and 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visuals must be created either with PowerPoint’s built-in tools (e.g., Shapes, Icons, and freehand drawing) or from images you personally authored (e.g., figures generated using Python code in labs).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A44036-7322-C491-92F5-22A4C68531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92B2C2-2666-4B0E-A8FB-092A6CDE8A87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65646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This slide is here as a reminder that you need to deal with both the </a:t>
            </a:r>
            <a:r>
              <a:rPr lang="en-GB" i="1" dirty="0"/>
              <a:t>fitting</a:t>
            </a:r>
            <a:r>
              <a:rPr lang="en-GB" dirty="0"/>
              <a:t> and </a:t>
            </a:r>
            <a:r>
              <a:rPr lang="en-GB" i="1" dirty="0"/>
              <a:t>prediction</a:t>
            </a:r>
            <a:r>
              <a:rPr lang="en-GB" dirty="0"/>
              <a:t> phases for each model – you can delete it at your own discretion.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92B2C2-2666-4B0E-A8FB-092A6CDE8A87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459467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F54DB-8DB6-AA8E-9C2A-4A566D508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5DCE23-B615-1DFE-4C93-45AB3BC5F8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595BA9-88D5-1178-7A37-10C4A52624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Add as many more slides as you need… Remember: no words(!) and 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visuals must be created either with PowerPoint’s built-in tools (e.g., Shapes, Icons, and freehand drawing) or from images you personally authored (e.g., figures generated using Python code in labs).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329CBC-7FEC-B837-02C2-06779954A0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92B2C2-2666-4B0E-A8FB-092A6CDE8A87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38025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This slide is here as a reminder that you need to deal with both the </a:t>
            </a:r>
            <a:r>
              <a:rPr lang="en-GB" i="1" dirty="0"/>
              <a:t>fitting</a:t>
            </a:r>
            <a:r>
              <a:rPr lang="en-GB" dirty="0"/>
              <a:t> and </a:t>
            </a:r>
            <a:r>
              <a:rPr lang="en-GB" i="1" dirty="0"/>
              <a:t>prediction</a:t>
            </a:r>
            <a:r>
              <a:rPr lang="en-GB" dirty="0"/>
              <a:t> phases for each model – you can delete it at your own discretion.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92B2C2-2666-4B0E-A8FB-092A6CDE8A87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92070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F4D3B-72F8-CDC0-F454-3B7E0912B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7C39C1-0E97-239D-5DCB-8FBFC84188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2DEFF0-1724-F566-0021-E0A935F473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Add as many more slides as you need… Remember: no words(!) and 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visuals must be created either with PowerPoint’s built-in tools (e.g., Shapes, Icons, and freehand drawing) or from images you personally authored (e.g., figures generated using Python code in labs).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CC1DDA-F5CA-C594-5169-877C927ABD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92B2C2-2666-4B0E-A8FB-092A6CDE8A87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335669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Note: there are lots of different types of ensemble classifier – this section is a chance for you to go as far/deep as you like. (E.g., if you’re aiming for top marks.)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92B2C2-2666-4B0E-A8FB-092A6CDE8A87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591284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This slide is here as a reminder that you need to deal with both the </a:t>
            </a:r>
            <a:r>
              <a:rPr lang="en-GB" i="1" dirty="0"/>
              <a:t>fitting</a:t>
            </a:r>
            <a:r>
              <a:rPr lang="en-GB" dirty="0"/>
              <a:t> and </a:t>
            </a:r>
            <a:r>
              <a:rPr lang="en-GB" i="1" dirty="0"/>
              <a:t>prediction</a:t>
            </a:r>
            <a:r>
              <a:rPr lang="en-GB" dirty="0"/>
              <a:t> phases for each model – you can delete it at your own discretion.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92B2C2-2666-4B0E-A8FB-092A6CDE8A87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159189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8805D-9B46-A558-F111-9FCF77295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FFEB83-83BB-8DA5-9523-92649275AE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726517-92CD-1DD3-FBEA-A3434DFCC2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Add as many more slides as you need… Remember: no words(!) and 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visuals must be created either with PowerPoint’s built-in tools (e.g., Shapes, Icons, and freehand drawing) or from images you personally authored (e.g., figures generated using Python code in labs).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C47BF1-43B3-A16D-4341-0947DDAD92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92B2C2-2666-4B0E-A8FB-092A6CDE8A87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354829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This slide is here as a reminder that you need to deal with both the </a:t>
            </a:r>
            <a:r>
              <a:rPr lang="en-GB" i="1" dirty="0"/>
              <a:t>fitting</a:t>
            </a:r>
            <a:r>
              <a:rPr lang="en-GB" dirty="0"/>
              <a:t> and </a:t>
            </a:r>
            <a:r>
              <a:rPr lang="en-GB" i="1" dirty="0"/>
              <a:t>prediction</a:t>
            </a:r>
            <a:r>
              <a:rPr lang="en-GB" dirty="0"/>
              <a:t> phases for each model – you can delete it at your own discretion.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92B2C2-2666-4B0E-A8FB-092A6CDE8A87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061139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A4F0F-FB7C-E21E-61C9-4D6BD89B1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790F9B-7948-2CD5-1D37-BFA7207D4F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A5CB4A-C0D3-7010-2F04-3C09DD0D06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Add as many more slides as you need… Remember: no words(!) and 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visuals must be created either with PowerPoint’s built-in tools (e.g., Shapes, Icons, and freehand drawing) or from images you personally authored (e.g., figures generated using Python code in labs).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776BBB-3AB5-53C0-62DF-8DA28C9081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92B2C2-2666-4B0E-A8FB-092A6CDE8A87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799400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You’re not </a:t>
            </a:r>
            <a:r>
              <a:rPr lang="en-GB" i="1" dirty="0"/>
              <a:t>expected</a:t>
            </a:r>
            <a:r>
              <a:rPr lang="en-GB" dirty="0"/>
              <a:t> to have lots of references. But if you do draw on particular sources for information or ideas, then you should cite/reference them. This includes the source files for any self-authored images. You need to use Cite Them Right Harvard – MMU library guidance here: https://www.mmu.ac.uk/library/referencing-and-study-support/citing-and-referencing/cite-them-right-Harvard</a:t>
            </a:r>
            <a:br>
              <a:rPr lang="en-GB" dirty="0"/>
            </a:br>
            <a:r>
              <a:rPr lang="en-GB" dirty="0"/>
              <a:t>You can include the citations in the Notes panel underneath the relevant slide(s) with a </a:t>
            </a:r>
            <a:r>
              <a:rPr lang="en-GB" i="1" dirty="0"/>
              <a:t>brief</a:t>
            </a:r>
            <a:r>
              <a:rPr lang="en-GB" dirty="0"/>
              <a:t> note explaining the relevance of the reference. </a:t>
            </a:r>
          </a:p>
          <a:p>
            <a:r>
              <a:rPr lang="en-GB" dirty="0"/>
              <a:t>If you have used other software to author an image in one of your slides, then you should cite/reference the original file you used to generate the image, </a:t>
            </a:r>
            <a:r>
              <a:rPr lang="en-GB" b="0" i="1" dirty="0"/>
              <a:t>and include a link</a:t>
            </a:r>
            <a:r>
              <a:rPr lang="en-GB" dirty="0"/>
              <a:t>. For example, if you generated the image by writing Python code, then you should cite/reference your original notebook and include a </a:t>
            </a:r>
            <a:r>
              <a:rPr lang="en-GB" dirty="0" err="1"/>
              <a:t>Colab</a:t>
            </a:r>
            <a:r>
              <a:rPr lang="en-GB" dirty="0"/>
              <a:t> link. If you generated the image using Excel, or using Paint3D, or using any other program, then you should cite/reference your original file, and link to a copy stored on your OneDrive. In all cases, the file sharing needs to be set to “anyone with the link” so that markers can access your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92B2C2-2666-4B0E-A8FB-092A6CDE8A87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09347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E1067-F3FF-DB78-AA01-C5D723F5E4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991976-E046-4520-5AD7-CDF9C0978A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0A30F-1FA7-5D62-4FA8-5CC46B7A7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59A6B-E44E-4437-A8D0-E1E4D157B96F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678CEB-A8D7-A7BA-455F-A6A6038B6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4BD8F1-63DF-9011-26FD-B0AB7F484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1091F-C4FA-49F8-9373-9C2087CD2B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7805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9935A-D543-0B72-51A5-3D203B1ED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08B7B5-896E-A784-E3FE-3C52D1F6EE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7502B8-B878-40AB-63B2-0887CF48A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59A6B-E44E-4437-A8D0-E1E4D157B96F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A0A1A8-41BE-A4D6-1787-ADDDCD723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05455D-39BA-F592-42B9-12A9C5F86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1091F-C4FA-49F8-9373-9C2087CD2B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483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D7F68-908F-573A-5D5A-91BAF36D7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73EE1F-5BCF-1B20-9987-397F76BCC8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28F0C8-6EC3-538C-B0CD-9164531A3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59A6B-E44E-4437-A8D0-E1E4D157B96F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626820-7372-FFF6-B7DA-8A57C6F9E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F0652-ABA7-75B9-21E4-2A059C141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1091F-C4FA-49F8-9373-9C2087CD2B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17911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855CC-2E13-BDA1-64FD-9D111E92C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DB8D34-3BC0-346D-2C41-D8CA49DD58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914638-BFBE-B6B0-3887-1F97DE09D1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C69B0C-7378-6DB1-310F-32DAC604A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59A6B-E44E-4437-A8D0-E1E4D157B96F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6913AE-631B-A3B1-317C-1FFBD3E35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95BDE1-A486-F6DF-BABB-1A1020348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1091F-C4FA-49F8-9373-9C2087CD2B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769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FF2D8-EBA5-FC38-B4D3-5DF9315AA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3A2676-2FAC-CD10-E976-6306B07FF5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8D2723-557E-1D4C-A828-7BAD156CB7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79E148-2AF8-DC2B-C4EA-3834A03CBB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B8350B-B7C5-5E1D-404D-5D4EC20196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EC69C9-49E4-A4C8-0CF2-142334509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59A6B-E44E-4437-A8D0-E1E4D157B96F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08E6CD-99D2-7B60-0938-BA59B4C58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3D8A25-5D44-48D4-A55C-A40420714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1091F-C4FA-49F8-9373-9C2087CD2B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4710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6C598-FFC1-5363-7B30-037D1CC84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84A360-60D3-7BF0-7EF8-8E327280B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59A6B-E44E-4437-A8D0-E1E4D157B96F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4E2ACA-ED13-B800-7731-692349539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49B1BF-58DF-A5FF-7BE5-B9F892497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1091F-C4FA-49F8-9373-9C2087CD2B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5627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C6C32F-7848-E34D-1732-44ACC8D53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59A6B-E44E-4437-A8D0-E1E4D157B96F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958CD6-9D06-2A48-3CA2-5EDF722C6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3B0147-45DF-DD57-42A3-CAB825D8B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1091F-C4FA-49F8-9373-9C2087CD2B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8704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CF87E-EE7B-1385-E79B-4CECD38F4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672476-274A-9F49-12F6-584CD53109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14D3CB-0896-F623-9CD6-684E800B44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825B0F-DE8F-8204-6814-13297F9C0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59A6B-E44E-4437-A8D0-E1E4D157B96F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EA935D-BDAA-2A20-2A65-6B8CCF85E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4574DF-E3FA-494B-E29A-FFD70D4C2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1091F-C4FA-49F8-9373-9C2087CD2B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4363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BD267-E042-5015-C8C8-4E3400FE9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EA6A94-4C08-EE8A-061D-DE902F50DC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C02BA9-2DE1-9A9B-513B-3CB7A0F83C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639A14-2CC9-1745-7163-565909D92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59A6B-E44E-4437-A8D0-E1E4D157B96F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99005F-4CC5-6441-C506-EA4499C6C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A85307-7BE7-A1E5-8A57-C15D81674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1091F-C4FA-49F8-9373-9C2087CD2B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7558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4BCC4-F9E8-91CF-8259-B70B87F40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CD8360-FF0B-986B-517E-186AFE2110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BF8B0C-DA04-56D1-8A86-5CB8D7434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59A6B-E44E-4437-A8D0-E1E4D157B96F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6B9ECB-A6F1-83EC-EA53-602C7FFDD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53916D-3EE8-FC49-B87F-C1E69C45C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1091F-C4FA-49F8-9373-9C2087CD2B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8308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298710-6BFD-9218-981C-3F99E6DE42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335FC6-009A-1E8A-0BDD-E2BB9F3EB0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51165A-68BD-CEAE-D750-4823F6218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59A6B-E44E-4437-A8D0-E1E4D157B96F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5002C3-5EA1-BA45-635A-927DDF8F2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9FB09C-6C8D-A5B5-9970-A77C1E771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1091F-C4FA-49F8-9373-9C2087CD2B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1769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5A0172-C0DA-1F6C-B2CC-B7C947675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0A67F9-9CB7-A68B-9A74-BE1D68CD8C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8E05A4-10FE-CCBC-013C-BE05F928B5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F59A6B-E44E-4437-A8D0-E1E4D157B96F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662FA2-2D52-2705-CB62-0772B8E34F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529DAC-3E4F-7689-EA80-9FC8A88CB3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21091F-C4FA-49F8-9373-9C2087CD2B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5095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emf"/><Relationship Id="rId5" Type="http://schemas.openxmlformats.org/officeDocument/2006/relationships/customXml" Target="../ink/ink2.xml"/><Relationship Id="rId4" Type="http://schemas.openxmlformats.org/officeDocument/2006/relationships/image" Target="../media/image1.emf"/><Relationship Id="rId9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3.xml"/><Relationship Id="rId4" Type="http://schemas.openxmlformats.org/officeDocument/2006/relationships/image" Target="../media/image3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5.xml"/><Relationship Id="rId4" Type="http://schemas.openxmlformats.org/officeDocument/2006/relationships/image" Target="../media/image3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6.xml"/><Relationship Id="rId4" Type="http://schemas.openxmlformats.org/officeDocument/2006/relationships/image" Target="../media/image3.e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7.xml"/><Relationship Id="rId4" Type="http://schemas.openxmlformats.org/officeDocument/2006/relationships/image" Target="../media/image4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chart" Target="../charts/char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42B9D-423E-8634-EEE8-71184DC713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1CWK50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59599A-F7D0-3039-E618-CB413DA40A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smtClean="0"/>
              <a:t>Kian Naidoo</a:t>
            </a:r>
          </a:p>
          <a:p>
            <a:endParaRPr lang="en-GB" dirty="0"/>
          </a:p>
          <a:p>
            <a:r>
              <a:rPr lang="en-GB" dirty="0" smtClean="0"/>
              <a:t>Student ID : 24793951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8AD57B-ED6A-A3E1-7EE2-4EACD0DE2422}"/>
              </a:ext>
            </a:extLst>
          </p:cNvPr>
          <p:cNvSpPr txBox="1"/>
          <p:nvPr/>
        </p:nvSpPr>
        <p:spPr>
          <a:xfrm>
            <a:off x="3160156" y="6261042"/>
            <a:ext cx="8915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dirty="0"/>
              <a:t>There are some comments in the Notes pane, below – make sure you read them</a:t>
            </a:r>
          </a:p>
        </p:txBody>
      </p:sp>
    </p:spTree>
    <p:extLst>
      <p:ext uri="{BB962C8B-B14F-4D97-AF65-F5344CB8AC3E}">
        <p14:creationId xmlns:p14="http://schemas.microsoft.com/office/powerpoint/2010/main" val="705342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087E210-6DA6-692B-AAAF-9E284AFFC7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k-nearest neighbours classifier</a:t>
            </a:r>
          </a:p>
        </p:txBody>
      </p:sp>
    </p:spTree>
    <p:extLst>
      <p:ext uri="{BB962C8B-B14F-4D97-AF65-F5344CB8AC3E}">
        <p14:creationId xmlns:p14="http://schemas.microsoft.com/office/powerpoint/2010/main" val="1316586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3FD7B-AEA9-0216-BC3B-C86199E2F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93BEF02-B977-8963-764F-268FBCB979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46487" y="323385"/>
            <a:ext cx="5170449" cy="1380080"/>
          </a:xfrm>
        </p:spPr>
        <p:txBody>
          <a:bodyPr/>
          <a:lstStyle/>
          <a:p>
            <a:r>
              <a:rPr lang="en-GB" dirty="0"/>
              <a:t>1. fit()</a:t>
            </a:r>
          </a:p>
        </p:txBody>
      </p:sp>
      <p:cxnSp>
        <p:nvCxnSpPr>
          <p:cNvPr id="3" name="Straight Arrow Connector 2"/>
          <p:cNvCxnSpPr/>
          <p:nvPr/>
        </p:nvCxnSpPr>
        <p:spPr>
          <a:xfrm flipV="1">
            <a:off x="1315844" y="5664820"/>
            <a:ext cx="6813395" cy="111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 flipV="1">
            <a:off x="1315844" y="1103971"/>
            <a:ext cx="0" cy="4572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984917" y="5006898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2282283" y="4200294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70915" y="4564569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4430749" y="3280319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5692698" y="3994520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2849136" y="3185531"/>
            <a:ext cx="249044" cy="20444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6865434" y="3000723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3730083" y="2349191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5491976" y="2606194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6765073" y="4237463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3098180" y="4861932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5278244" y="4723066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3347225" y="4111084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5334929" y="3423425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4337822" y="3943816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2125236" y="3505203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6965795" y="3601960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6187996" y="2377594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3673397" y="3007113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5" name="Ink 94"/>
              <p14:cNvContentPartPr/>
              <p14:nvPr/>
            </p14:nvContentPartPr>
            <p14:xfrm>
              <a:off x="13771818" y="2932657"/>
              <a:ext cx="312480" cy="1550520"/>
            </p14:xfrm>
          </p:contentPart>
        </mc:Choice>
        <mc:Fallback xmlns="">
          <p:pic>
            <p:nvPicPr>
              <p:cNvPr id="95" name="Ink 94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753818" y="2914657"/>
                <a:ext cx="348480" cy="1586520"/>
              </a:xfrm>
              <a:prstGeom prst="rect">
                <a:avLst/>
              </a:prstGeom>
            </p:spPr>
          </p:pic>
        </mc:Fallback>
      </mc:AlternateContent>
      <p:sp>
        <p:nvSpPr>
          <p:cNvPr id="140" name="Oval 139"/>
          <p:cNvSpPr/>
          <p:nvPr/>
        </p:nvSpPr>
        <p:spPr>
          <a:xfrm>
            <a:off x="-976660" y="1009935"/>
            <a:ext cx="479502" cy="367472"/>
          </a:xfrm>
          <a:prstGeom prst="ellips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Oval 140"/>
          <p:cNvSpPr/>
          <p:nvPr/>
        </p:nvSpPr>
        <p:spPr>
          <a:xfrm>
            <a:off x="-870907" y="1151373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Oval 141"/>
          <p:cNvSpPr/>
          <p:nvPr/>
        </p:nvSpPr>
        <p:spPr>
          <a:xfrm>
            <a:off x="-660336" y="1147952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3" name="Straight Connector 142"/>
          <p:cNvCxnSpPr/>
          <p:nvPr/>
        </p:nvCxnSpPr>
        <p:spPr>
          <a:xfrm flipV="1">
            <a:off x="-715536" y="1238776"/>
            <a:ext cx="78059" cy="533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/>
          <p:cNvCxnSpPr/>
          <p:nvPr/>
        </p:nvCxnSpPr>
        <p:spPr>
          <a:xfrm flipH="1">
            <a:off x="-825188" y="1292156"/>
            <a:ext cx="8827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TextBox 144"/>
          <p:cNvSpPr txBox="1"/>
          <p:nvPr/>
        </p:nvSpPr>
        <p:spPr>
          <a:xfrm>
            <a:off x="8750919" y="3972735"/>
            <a:ext cx="2932771" cy="25853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r>
              <a:rPr lang="en-US" dirty="0" smtClean="0"/>
              <a:t>          </a:t>
            </a:r>
            <a:endParaRPr lang="en-US" dirty="0"/>
          </a:p>
          <a:p>
            <a:r>
              <a:rPr lang="en-US" dirty="0" smtClean="0"/>
              <a:t>           =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             </a:t>
            </a:r>
          </a:p>
          <a:p>
            <a:r>
              <a:rPr lang="en-US" dirty="0" smtClean="0"/>
              <a:t>           =    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46" name="Rectangle 145"/>
          <p:cNvSpPr/>
          <p:nvPr/>
        </p:nvSpPr>
        <p:spPr>
          <a:xfrm>
            <a:off x="9603982" y="4533903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Oval 146"/>
          <p:cNvSpPr/>
          <p:nvPr/>
        </p:nvSpPr>
        <p:spPr>
          <a:xfrm>
            <a:off x="9660667" y="5762508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Oval 153"/>
          <p:cNvSpPr/>
          <p:nvPr/>
        </p:nvSpPr>
        <p:spPr>
          <a:xfrm>
            <a:off x="-955287" y="2183192"/>
            <a:ext cx="479502" cy="367472"/>
          </a:xfrm>
          <a:prstGeom prst="ellips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Oval 154"/>
          <p:cNvSpPr/>
          <p:nvPr/>
        </p:nvSpPr>
        <p:spPr>
          <a:xfrm>
            <a:off x="-849534" y="2332884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Oval 155"/>
          <p:cNvSpPr/>
          <p:nvPr/>
        </p:nvSpPr>
        <p:spPr>
          <a:xfrm>
            <a:off x="-638963" y="2329463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7" name="Straight Connector 156"/>
          <p:cNvCxnSpPr/>
          <p:nvPr/>
        </p:nvCxnSpPr>
        <p:spPr>
          <a:xfrm flipV="1">
            <a:off x="-694163" y="2420287"/>
            <a:ext cx="78059" cy="533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/>
          <p:cNvCxnSpPr/>
          <p:nvPr/>
        </p:nvCxnSpPr>
        <p:spPr>
          <a:xfrm flipH="1">
            <a:off x="-803815" y="2473667"/>
            <a:ext cx="8827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66" name="Ink 165"/>
              <p14:cNvContentPartPr/>
              <p14:nvPr/>
            </p14:nvContentPartPr>
            <p14:xfrm>
              <a:off x="-1006416" y="2035056"/>
              <a:ext cx="581760" cy="285120"/>
            </p14:xfrm>
          </p:contentPart>
        </mc:Choice>
        <mc:Fallback xmlns="">
          <p:pic>
            <p:nvPicPr>
              <p:cNvPr id="166" name="Ink 165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1024416" y="2017056"/>
                <a:ext cx="617760" cy="321120"/>
              </a:xfrm>
              <a:prstGeom prst="rect">
                <a:avLst/>
              </a:prstGeom>
            </p:spPr>
          </p:pic>
        </mc:Fallback>
      </mc:AlternateContent>
      <p:sp>
        <p:nvSpPr>
          <p:cNvPr id="167" name="Oval 166"/>
          <p:cNvSpPr/>
          <p:nvPr/>
        </p:nvSpPr>
        <p:spPr>
          <a:xfrm>
            <a:off x="11100173" y="4533903"/>
            <a:ext cx="219313" cy="257003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" name="Cloud 169"/>
          <p:cNvSpPr/>
          <p:nvPr/>
        </p:nvSpPr>
        <p:spPr>
          <a:xfrm>
            <a:off x="11156859" y="4437258"/>
            <a:ext cx="162627" cy="125048"/>
          </a:xfrm>
          <a:prstGeom prst="cloud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7" name="Teardrop 176"/>
          <p:cNvSpPr/>
          <p:nvPr/>
        </p:nvSpPr>
        <p:spPr>
          <a:xfrm rot="8744899">
            <a:off x="11050743" y="5737885"/>
            <a:ext cx="349699" cy="335196"/>
          </a:xfrm>
          <a:prstGeom prst="teardrop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" name="Cloud 177"/>
          <p:cNvSpPr/>
          <p:nvPr/>
        </p:nvSpPr>
        <p:spPr>
          <a:xfrm>
            <a:off x="11156133" y="5668540"/>
            <a:ext cx="138917" cy="78059"/>
          </a:xfrm>
          <a:prstGeom prst="cloud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80" name="Ink 179"/>
              <p14:cNvContentPartPr/>
              <p14:nvPr/>
            </p14:nvContentPartPr>
            <p14:xfrm>
              <a:off x="11131000" y="5813507"/>
              <a:ext cx="178560" cy="245520"/>
            </p14:xfrm>
          </p:contentPart>
        </mc:Choice>
        <mc:Fallback xmlns="">
          <p:pic>
            <p:nvPicPr>
              <p:cNvPr id="180" name="Ink 179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1113000" y="5795507"/>
                <a:ext cx="214560" cy="28152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28" name="Chart 27"/>
          <p:cNvGraphicFramePr/>
          <p:nvPr>
            <p:extLst>
              <p:ext uri="{D42A27DB-BD31-4B8C-83A1-F6EECF244321}">
                <p14:modId xmlns:p14="http://schemas.microsoft.com/office/powerpoint/2010/main" val="547686963"/>
              </p:ext>
            </p:extLst>
          </p:nvPr>
        </p:nvGraphicFramePr>
        <p:xfrm>
          <a:off x="852513" y="1009935"/>
          <a:ext cx="7276726" cy="50490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  <p:extLst>
      <p:ext uri="{BB962C8B-B14F-4D97-AF65-F5344CB8AC3E}">
        <p14:creationId xmlns:p14="http://schemas.microsoft.com/office/powerpoint/2010/main" val="4194464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D744B-D9F9-D529-E282-8160C9DE0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ight Arrow 41"/>
          <p:cNvSpPr/>
          <p:nvPr/>
        </p:nvSpPr>
        <p:spPr>
          <a:xfrm rot="1539360">
            <a:off x="7216310" y="2335468"/>
            <a:ext cx="1912042" cy="669073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TextBox 79"/>
          <p:cNvSpPr txBox="1"/>
          <p:nvPr/>
        </p:nvSpPr>
        <p:spPr>
          <a:xfrm>
            <a:off x="876335" y="2308302"/>
            <a:ext cx="6324186" cy="3854780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107" name="Picture 10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4238" y="4994226"/>
            <a:ext cx="1583496" cy="1451538"/>
          </a:xfrm>
          <a:prstGeom prst="rect">
            <a:avLst/>
          </a:prstGeom>
        </p:spPr>
      </p:pic>
      <p:sp>
        <p:nvSpPr>
          <p:cNvPr id="108" name="Cloud 107"/>
          <p:cNvSpPr/>
          <p:nvPr/>
        </p:nvSpPr>
        <p:spPr>
          <a:xfrm>
            <a:off x="9273486" y="2663365"/>
            <a:ext cx="952500" cy="700588"/>
          </a:xfrm>
          <a:prstGeom prst="cloud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Cloud 108"/>
          <p:cNvSpPr/>
          <p:nvPr/>
        </p:nvSpPr>
        <p:spPr>
          <a:xfrm>
            <a:off x="10084903" y="2579731"/>
            <a:ext cx="952500" cy="700588"/>
          </a:xfrm>
          <a:prstGeom prst="cloud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Cloud 109"/>
          <p:cNvSpPr/>
          <p:nvPr/>
        </p:nvSpPr>
        <p:spPr>
          <a:xfrm>
            <a:off x="9679195" y="2166165"/>
            <a:ext cx="952500" cy="700588"/>
          </a:xfrm>
          <a:prstGeom prst="cloud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3" name="Picture 1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7754" y="3262383"/>
            <a:ext cx="1596103" cy="1669769"/>
          </a:xfrm>
          <a:prstGeom prst="rect">
            <a:avLst/>
          </a:prstGeom>
        </p:spPr>
      </p:pic>
      <p:pic>
        <p:nvPicPr>
          <p:cNvPr id="114" name="Picture 1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8940" y="3975674"/>
            <a:ext cx="868619" cy="908709"/>
          </a:xfrm>
          <a:prstGeom prst="rect">
            <a:avLst/>
          </a:prstGeom>
        </p:spPr>
      </p:pic>
      <p:pic>
        <p:nvPicPr>
          <p:cNvPr id="115" name="Picture 1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31090" y="3652025"/>
            <a:ext cx="1238250" cy="1295400"/>
          </a:xfrm>
          <a:prstGeom prst="rect">
            <a:avLst/>
          </a:prstGeom>
        </p:spPr>
      </p:pic>
      <p:cxnSp>
        <p:nvCxnSpPr>
          <p:cNvPr id="56" name="Straight Arrow Connector 55"/>
          <p:cNvCxnSpPr/>
          <p:nvPr/>
        </p:nvCxnSpPr>
        <p:spPr>
          <a:xfrm flipV="1">
            <a:off x="387126" y="6516859"/>
            <a:ext cx="6813395" cy="111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 flipV="1">
            <a:off x="387126" y="1956010"/>
            <a:ext cx="0" cy="4572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1056199" y="5858937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/>
          <p:cNvSpPr/>
          <p:nvPr/>
        </p:nvSpPr>
        <p:spPr>
          <a:xfrm>
            <a:off x="1353565" y="5052333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/>
          <p:cNvSpPr/>
          <p:nvPr/>
        </p:nvSpPr>
        <p:spPr>
          <a:xfrm>
            <a:off x="3342197" y="5416608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/>
          <p:cNvSpPr/>
          <p:nvPr/>
        </p:nvSpPr>
        <p:spPr>
          <a:xfrm>
            <a:off x="3502031" y="4132358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/>
          <p:cNvSpPr/>
          <p:nvPr/>
        </p:nvSpPr>
        <p:spPr>
          <a:xfrm>
            <a:off x="4763980" y="4846559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/>
          <p:cNvSpPr/>
          <p:nvPr/>
        </p:nvSpPr>
        <p:spPr>
          <a:xfrm>
            <a:off x="1920418" y="4037570"/>
            <a:ext cx="249044" cy="20444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64" name="Oval 63"/>
          <p:cNvSpPr/>
          <p:nvPr/>
        </p:nvSpPr>
        <p:spPr>
          <a:xfrm>
            <a:off x="5936716" y="3852762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/>
          <p:cNvSpPr/>
          <p:nvPr/>
        </p:nvSpPr>
        <p:spPr>
          <a:xfrm>
            <a:off x="2801365" y="3201230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/>
          <p:cNvSpPr/>
          <p:nvPr/>
        </p:nvSpPr>
        <p:spPr>
          <a:xfrm>
            <a:off x="4563258" y="3458233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/>
          <p:cNvSpPr/>
          <p:nvPr/>
        </p:nvSpPr>
        <p:spPr>
          <a:xfrm>
            <a:off x="5836355" y="5089502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/>
          <p:cNvSpPr/>
          <p:nvPr/>
        </p:nvSpPr>
        <p:spPr>
          <a:xfrm>
            <a:off x="2169462" y="5713971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/>
          <p:cNvSpPr/>
          <p:nvPr/>
        </p:nvSpPr>
        <p:spPr>
          <a:xfrm>
            <a:off x="4349526" y="5575105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2418507" y="4963123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406211" y="4275464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/>
          <p:cNvSpPr/>
          <p:nvPr/>
        </p:nvSpPr>
        <p:spPr>
          <a:xfrm>
            <a:off x="3409104" y="4795855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/>
          <p:cNvSpPr/>
          <p:nvPr/>
        </p:nvSpPr>
        <p:spPr>
          <a:xfrm>
            <a:off x="1196518" y="4357242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/>
          <p:cNvSpPr/>
          <p:nvPr/>
        </p:nvSpPr>
        <p:spPr>
          <a:xfrm>
            <a:off x="6037077" y="4453999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/>
          <p:cNvSpPr/>
          <p:nvPr/>
        </p:nvSpPr>
        <p:spPr>
          <a:xfrm>
            <a:off x="5259278" y="3229633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/>
          <p:cNvSpPr/>
          <p:nvPr/>
        </p:nvSpPr>
        <p:spPr>
          <a:xfrm>
            <a:off x="2744679" y="3859152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8" name="Chart 77"/>
          <p:cNvGraphicFramePr/>
          <p:nvPr>
            <p:extLst>
              <p:ext uri="{D42A27DB-BD31-4B8C-83A1-F6EECF244321}">
                <p14:modId xmlns:p14="http://schemas.microsoft.com/office/powerpoint/2010/main" val="2888263048"/>
              </p:ext>
            </p:extLst>
          </p:nvPr>
        </p:nvGraphicFramePr>
        <p:xfrm>
          <a:off x="-80540" y="1954524"/>
          <a:ext cx="7276726" cy="49272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2509720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108" grpId="0" animBg="1"/>
      <p:bldP spid="109" grpId="0" animBg="1"/>
      <p:bldP spid="1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9C309-3EC8-10A6-3FEF-F25326031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67B1265-4DEF-699E-E8CA-5980695AEA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2. predict()</a:t>
            </a:r>
          </a:p>
        </p:txBody>
      </p:sp>
    </p:spTree>
    <p:extLst>
      <p:ext uri="{BB962C8B-B14F-4D97-AF65-F5344CB8AC3E}">
        <p14:creationId xmlns:p14="http://schemas.microsoft.com/office/powerpoint/2010/main" val="396328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Arrow Connector 1"/>
          <p:cNvCxnSpPr/>
          <p:nvPr/>
        </p:nvCxnSpPr>
        <p:spPr>
          <a:xfrm flipV="1">
            <a:off x="1315844" y="5664820"/>
            <a:ext cx="6813395" cy="111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/>
          <p:cNvCxnSpPr/>
          <p:nvPr/>
        </p:nvCxnSpPr>
        <p:spPr>
          <a:xfrm flipV="1">
            <a:off x="1315844" y="1103971"/>
            <a:ext cx="0" cy="4572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1984917" y="5006898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2282283" y="4200294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4270915" y="4564569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430749" y="3280319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692698" y="3994520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2849136" y="3185531"/>
            <a:ext cx="249044" cy="20444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6865434" y="3000723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3730083" y="2349191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5491976" y="2606194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6765073" y="4237463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3098180" y="4861932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5278244" y="4723066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3347225" y="4111084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5334929" y="3423425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4337822" y="3943816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2125236" y="3505203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6965795" y="3601960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6187996" y="2377594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3673397" y="3007113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5-Point Star 22"/>
          <p:cNvSpPr/>
          <p:nvPr/>
        </p:nvSpPr>
        <p:spPr>
          <a:xfrm>
            <a:off x="3612995" y="3491265"/>
            <a:ext cx="317810" cy="341856"/>
          </a:xfrm>
          <a:prstGeom prst="star5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9041780" y="4058116"/>
            <a:ext cx="2932771" cy="25853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r>
              <a:rPr lang="en-US" dirty="0" smtClean="0"/>
              <a:t>          </a:t>
            </a:r>
            <a:endParaRPr lang="en-US" dirty="0"/>
          </a:p>
          <a:p>
            <a:r>
              <a:rPr lang="en-US" dirty="0" smtClean="0"/>
              <a:t>           =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             </a:t>
            </a:r>
          </a:p>
          <a:p>
            <a:r>
              <a:rPr lang="en-US" dirty="0" smtClean="0"/>
              <a:t>           =    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25" name="Rectangle 24"/>
          <p:cNvSpPr/>
          <p:nvPr/>
        </p:nvSpPr>
        <p:spPr>
          <a:xfrm>
            <a:off x="9787046" y="4535769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9843731" y="5764374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11283237" y="4535769"/>
            <a:ext cx="219313" cy="257003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Cloud 27"/>
          <p:cNvSpPr/>
          <p:nvPr/>
        </p:nvSpPr>
        <p:spPr>
          <a:xfrm>
            <a:off x="11339923" y="4439124"/>
            <a:ext cx="162627" cy="125048"/>
          </a:xfrm>
          <a:prstGeom prst="cloud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ardrop 28"/>
          <p:cNvSpPr/>
          <p:nvPr/>
        </p:nvSpPr>
        <p:spPr>
          <a:xfrm rot="8744899">
            <a:off x="11233807" y="5739751"/>
            <a:ext cx="349699" cy="335196"/>
          </a:xfrm>
          <a:prstGeom prst="teardrop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Cloud 29"/>
          <p:cNvSpPr/>
          <p:nvPr/>
        </p:nvSpPr>
        <p:spPr>
          <a:xfrm>
            <a:off x="11339197" y="5670406"/>
            <a:ext cx="138917" cy="78059"/>
          </a:xfrm>
          <a:prstGeom prst="cloud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1" name="Ink 30"/>
              <p14:cNvContentPartPr/>
              <p14:nvPr/>
            </p14:nvContentPartPr>
            <p14:xfrm>
              <a:off x="11314064" y="5815373"/>
              <a:ext cx="178560" cy="245520"/>
            </p14:xfrm>
          </p:contentPart>
        </mc:Choice>
        <mc:Fallback xmlns="">
          <p:pic>
            <p:nvPicPr>
              <p:cNvPr id="31" name="Ink 30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296064" y="5797373"/>
                <a:ext cx="214560" cy="28152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32" name="Chart 31"/>
          <p:cNvGraphicFramePr/>
          <p:nvPr>
            <p:extLst>
              <p:ext uri="{D42A27DB-BD31-4B8C-83A1-F6EECF244321}">
                <p14:modId xmlns:p14="http://schemas.microsoft.com/office/powerpoint/2010/main" val="2161728495"/>
              </p:ext>
            </p:extLst>
          </p:nvPr>
        </p:nvGraphicFramePr>
        <p:xfrm>
          <a:off x="852513" y="1009935"/>
          <a:ext cx="7276726" cy="50490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185027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/>
          <p:cNvSpPr txBox="1"/>
          <p:nvPr/>
        </p:nvSpPr>
        <p:spPr>
          <a:xfrm>
            <a:off x="5325905" y="5748224"/>
            <a:ext cx="512853" cy="38237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809591" y="4126089"/>
            <a:ext cx="426199" cy="31274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3909437" y="5758924"/>
            <a:ext cx="550097" cy="386503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765745" y="3238500"/>
            <a:ext cx="550097" cy="386503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7" name="TextBox 96"/>
          <p:cNvSpPr txBox="1"/>
          <p:nvPr/>
        </p:nvSpPr>
        <p:spPr>
          <a:xfrm>
            <a:off x="10527953" y="333883"/>
            <a:ext cx="332914" cy="35315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6" name="TextBox 95"/>
          <p:cNvSpPr txBox="1"/>
          <p:nvPr/>
        </p:nvSpPr>
        <p:spPr>
          <a:xfrm>
            <a:off x="7878850" y="318876"/>
            <a:ext cx="426199" cy="31274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5" name="TextBox 94"/>
          <p:cNvSpPr txBox="1"/>
          <p:nvPr/>
        </p:nvSpPr>
        <p:spPr>
          <a:xfrm>
            <a:off x="9664939" y="312098"/>
            <a:ext cx="438105" cy="402933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4" name="TextBox 93"/>
          <p:cNvSpPr txBox="1"/>
          <p:nvPr/>
        </p:nvSpPr>
        <p:spPr>
          <a:xfrm>
            <a:off x="6611723" y="332063"/>
            <a:ext cx="550097" cy="386503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cxnSp>
        <p:nvCxnSpPr>
          <p:cNvPr id="2" name="Straight Arrow Connector 1"/>
          <p:cNvCxnSpPr/>
          <p:nvPr/>
        </p:nvCxnSpPr>
        <p:spPr>
          <a:xfrm flipV="1">
            <a:off x="1315844" y="5664820"/>
            <a:ext cx="6813395" cy="111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/>
          <p:cNvCxnSpPr/>
          <p:nvPr/>
        </p:nvCxnSpPr>
        <p:spPr>
          <a:xfrm flipV="1">
            <a:off x="1315844" y="1103971"/>
            <a:ext cx="0" cy="4572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181813" y="4102981"/>
            <a:ext cx="635285" cy="43844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5-Point Star 22"/>
          <p:cNvSpPr/>
          <p:nvPr/>
        </p:nvSpPr>
        <p:spPr>
          <a:xfrm>
            <a:off x="3836823" y="3039529"/>
            <a:ext cx="622711" cy="565495"/>
          </a:xfrm>
          <a:prstGeom prst="star5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Down Arrow 41"/>
          <p:cNvSpPr/>
          <p:nvPr/>
        </p:nvSpPr>
        <p:spPr>
          <a:xfrm>
            <a:off x="3988905" y="3517039"/>
            <a:ext cx="291014" cy="2134641"/>
          </a:xfrm>
          <a:prstGeom prst="downArrow">
            <a:avLst>
              <a:gd name="adj1" fmla="val 34730"/>
              <a:gd name="adj2" fmla="val 50000"/>
            </a:avLst>
          </a:prstGeom>
          <a:ln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ight Arrow 43"/>
          <p:cNvSpPr/>
          <p:nvPr/>
        </p:nvSpPr>
        <p:spPr>
          <a:xfrm rot="10800000">
            <a:off x="1315844" y="3302181"/>
            <a:ext cx="2673061" cy="262618"/>
          </a:xfrm>
          <a:prstGeom prst="rightArrow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/>
          <p:cNvSpPr txBox="1"/>
          <p:nvPr/>
        </p:nvSpPr>
        <p:spPr>
          <a:xfrm>
            <a:off x="3953001" y="5777497"/>
            <a:ext cx="1838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X1</a:t>
            </a:r>
            <a:r>
              <a:rPr lang="en-US" dirty="0" smtClean="0"/>
              <a:t>        </a:t>
            </a:r>
            <a:r>
              <a:rPr lang="en-US" b="1" dirty="0" smtClean="0"/>
              <a:t>X2</a:t>
            </a:r>
            <a:endParaRPr lang="en-US" b="1" dirty="0"/>
          </a:p>
        </p:txBody>
      </p:sp>
      <p:sp>
        <p:nvSpPr>
          <p:cNvPr id="46" name="TextBox 45"/>
          <p:cNvSpPr txBox="1"/>
          <p:nvPr/>
        </p:nvSpPr>
        <p:spPr>
          <a:xfrm>
            <a:off x="821750" y="3275382"/>
            <a:ext cx="5315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Y1</a:t>
            </a:r>
          </a:p>
          <a:p>
            <a:endParaRPr lang="en-US" dirty="0" smtClean="0"/>
          </a:p>
          <a:p>
            <a:endParaRPr lang="en-US" dirty="0"/>
          </a:p>
          <a:p>
            <a:r>
              <a:rPr lang="en-US" b="1" dirty="0" smtClean="0"/>
              <a:t>Y2</a:t>
            </a:r>
            <a:endParaRPr lang="en-US" b="1" dirty="0"/>
          </a:p>
        </p:txBody>
      </p:sp>
      <p:sp>
        <p:nvSpPr>
          <p:cNvPr id="47" name="Down Arrow 46"/>
          <p:cNvSpPr/>
          <p:nvPr/>
        </p:nvSpPr>
        <p:spPr>
          <a:xfrm>
            <a:off x="5418127" y="4541427"/>
            <a:ext cx="306377" cy="1091238"/>
          </a:xfrm>
          <a:prstGeom prst="downArrow">
            <a:avLst/>
          </a:prstGeom>
          <a:ln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Down Arrow 47"/>
          <p:cNvSpPr/>
          <p:nvPr/>
        </p:nvSpPr>
        <p:spPr>
          <a:xfrm rot="5400000">
            <a:off x="3079772" y="2302113"/>
            <a:ext cx="337440" cy="3847604"/>
          </a:xfrm>
          <a:prstGeom prst="downArrow">
            <a:avLst/>
          </a:prstGeom>
          <a:ln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/>
              <p:cNvSpPr txBox="1"/>
              <p:nvPr/>
            </p:nvSpPr>
            <p:spPr>
              <a:xfrm>
                <a:off x="5418127" y="58763"/>
                <a:ext cx="690811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 </a:t>
                </a:r>
              </a:p>
              <a:p>
                <a:r>
                  <a:rPr lang="en-US" dirty="0" smtClean="0"/>
                  <a:t>   =   </a:t>
                </a:r>
                <a:r>
                  <a:rPr lang="en-US" b="1" dirty="0" smtClean="0"/>
                  <a:t>( </a:t>
                </a:r>
                <a:r>
                  <a:rPr lang="en-US" b="1" dirty="0" smtClean="0">
                    <a:solidFill>
                      <a:schemeClr val="bg1">
                        <a:lumMod val="95000"/>
                      </a:schemeClr>
                    </a:solidFill>
                  </a:rPr>
                  <a:t>Y1</a:t>
                </a:r>
                <a:r>
                  <a:rPr lang="en-US" b="1" dirty="0" smtClean="0"/>
                  <a:t>  </a:t>
                </a:r>
                <a:r>
                  <a:rPr lang="en-US" b="1" dirty="0" smtClean="0">
                    <a:solidFill>
                      <a:schemeClr val="bg1"/>
                    </a:solidFill>
                  </a:rPr>
                  <a:t> </a:t>
                </a:r>
                <a:r>
                  <a:rPr lang="en-US" dirty="0" smtClean="0"/>
                  <a:t>–   </a:t>
                </a:r>
                <a:r>
                  <a:rPr lang="en-US" b="1" dirty="0" smtClean="0"/>
                  <a:t>Y2 )^2 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1" dirty="0" smtClean="0"/>
                  <a:t>+  (</a:t>
                </a:r>
                <a:r>
                  <a:rPr lang="en-US" dirty="0" smtClean="0"/>
                  <a:t> </a:t>
                </a:r>
                <a:r>
                  <a:rPr lang="en-US" b="1" dirty="0" smtClean="0">
                    <a:solidFill>
                      <a:schemeClr val="bg1"/>
                    </a:solidFill>
                  </a:rPr>
                  <a:t>X1</a:t>
                </a:r>
                <a:r>
                  <a:rPr lang="en-US" b="1" dirty="0" smtClean="0"/>
                  <a:t> </a:t>
                </a:r>
                <a:r>
                  <a:rPr lang="en-US" dirty="0" smtClean="0"/>
                  <a:t>-  </a:t>
                </a:r>
                <a:r>
                  <a:rPr lang="en-US" b="1" dirty="0" smtClean="0"/>
                  <a:t>X2)^2</a:t>
                </a:r>
                <a:r>
                  <a:rPr lang="en-US" dirty="0" smtClean="0"/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8127" y="58763"/>
                <a:ext cx="6908116" cy="646331"/>
              </a:xfrm>
              <a:prstGeom prst="rect">
                <a:avLst/>
              </a:prstGeom>
              <a:blipFill>
                <a:blip r:embed="rId3"/>
                <a:stretch>
                  <a:fillRect b="-150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1" name="Straight Connector 100"/>
          <p:cNvCxnSpPr/>
          <p:nvPr/>
        </p:nvCxnSpPr>
        <p:spPr>
          <a:xfrm>
            <a:off x="6087053" y="259509"/>
            <a:ext cx="224613" cy="44807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/>
          <p:nvPr/>
        </p:nvCxnSpPr>
        <p:spPr>
          <a:xfrm flipV="1">
            <a:off x="6311666" y="74624"/>
            <a:ext cx="236004" cy="63296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/>
          <p:cNvCxnSpPr/>
          <p:nvPr/>
        </p:nvCxnSpPr>
        <p:spPr>
          <a:xfrm>
            <a:off x="6547670" y="74624"/>
            <a:ext cx="429621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Right Arrow 114"/>
          <p:cNvSpPr/>
          <p:nvPr/>
        </p:nvSpPr>
        <p:spPr>
          <a:xfrm rot="2672654">
            <a:off x="4805092" y="261560"/>
            <a:ext cx="893482" cy="360677"/>
          </a:xfrm>
          <a:prstGeom prst="rightArrow">
            <a:avLst/>
          </a:prstGeom>
          <a:solidFill>
            <a:srgbClr val="92D050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Right Arrow 119"/>
          <p:cNvSpPr/>
          <p:nvPr/>
        </p:nvSpPr>
        <p:spPr>
          <a:xfrm rot="2656705">
            <a:off x="4197855" y="3578453"/>
            <a:ext cx="1097242" cy="303223"/>
          </a:xfrm>
          <a:prstGeom prst="rightArrow">
            <a:avLst/>
          </a:prstGeom>
          <a:solidFill>
            <a:srgbClr val="92D050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2" name="Chart 21"/>
          <p:cNvGraphicFramePr/>
          <p:nvPr>
            <p:extLst>
              <p:ext uri="{D42A27DB-BD31-4B8C-83A1-F6EECF244321}">
                <p14:modId xmlns:p14="http://schemas.microsoft.com/office/powerpoint/2010/main" val="4201698252"/>
              </p:ext>
            </p:extLst>
          </p:nvPr>
        </p:nvGraphicFramePr>
        <p:xfrm>
          <a:off x="869436" y="992493"/>
          <a:ext cx="7276726" cy="50490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738867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Arrow Connector 1"/>
          <p:cNvCxnSpPr/>
          <p:nvPr/>
        </p:nvCxnSpPr>
        <p:spPr>
          <a:xfrm flipV="1">
            <a:off x="1315844" y="5664820"/>
            <a:ext cx="6813395" cy="111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/>
          <p:cNvCxnSpPr/>
          <p:nvPr/>
        </p:nvCxnSpPr>
        <p:spPr>
          <a:xfrm flipV="1">
            <a:off x="1315844" y="1103971"/>
            <a:ext cx="0" cy="4572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1984917" y="5006898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2282283" y="4200294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4270915" y="4564569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430749" y="3280319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692698" y="3994520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2849136" y="3185531"/>
            <a:ext cx="249044" cy="20444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6865434" y="3000723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3730083" y="2349191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5491976" y="2606194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6765073" y="4237463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3098180" y="4861932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5278244" y="4723066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3344949" y="4089716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5334929" y="3423425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4369873" y="4122684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2125236" y="3505203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6965795" y="3601960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6187996" y="2377594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3673397" y="3007113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5-Point Star 22"/>
          <p:cNvSpPr/>
          <p:nvPr/>
        </p:nvSpPr>
        <p:spPr>
          <a:xfrm>
            <a:off x="3612995" y="3491265"/>
            <a:ext cx="317810" cy="341856"/>
          </a:xfrm>
          <a:prstGeom prst="star5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8933983" y="3974601"/>
            <a:ext cx="2932771" cy="25853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r>
              <a:rPr lang="en-US" dirty="0" smtClean="0"/>
              <a:t>          </a:t>
            </a:r>
            <a:endParaRPr lang="en-US" dirty="0"/>
          </a:p>
          <a:p>
            <a:r>
              <a:rPr lang="en-US" dirty="0" smtClean="0"/>
              <a:t>           =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             </a:t>
            </a:r>
          </a:p>
          <a:p>
            <a:r>
              <a:rPr lang="en-US" dirty="0" smtClean="0"/>
              <a:t>           =    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25" name="Rectangle 24"/>
          <p:cNvSpPr/>
          <p:nvPr/>
        </p:nvSpPr>
        <p:spPr>
          <a:xfrm>
            <a:off x="9787046" y="4535769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9843731" y="5764374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11283237" y="4535769"/>
            <a:ext cx="219313" cy="257003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Cloud 27"/>
          <p:cNvSpPr/>
          <p:nvPr/>
        </p:nvSpPr>
        <p:spPr>
          <a:xfrm>
            <a:off x="11339923" y="4439124"/>
            <a:ext cx="162627" cy="125048"/>
          </a:xfrm>
          <a:prstGeom prst="cloud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ardrop 28"/>
          <p:cNvSpPr/>
          <p:nvPr/>
        </p:nvSpPr>
        <p:spPr>
          <a:xfrm rot="8744899">
            <a:off x="11233807" y="5739751"/>
            <a:ext cx="349699" cy="335196"/>
          </a:xfrm>
          <a:prstGeom prst="teardrop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Cloud 29"/>
          <p:cNvSpPr/>
          <p:nvPr/>
        </p:nvSpPr>
        <p:spPr>
          <a:xfrm>
            <a:off x="11339197" y="5670406"/>
            <a:ext cx="138917" cy="78059"/>
          </a:xfrm>
          <a:prstGeom prst="cloud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1" name="Ink 30"/>
              <p14:cNvContentPartPr/>
              <p14:nvPr/>
            </p14:nvContentPartPr>
            <p14:xfrm>
              <a:off x="11314064" y="5815373"/>
              <a:ext cx="178560" cy="245520"/>
            </p14:xfrm>
          </p:contentPart>
        </mc:Choice>
        <mc:Fallback xmlns="">
          <p:pic>
            <p:nvPicPr>
              <p:cNvPr id="31" name="Ink 30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296064" y="5797373"/>
                <a:ext cx="214560" cy="281520"/>
              </a:xfrm>
              <a:prstGeom prst="rect">
                <a:avLst/>
              </a:prstGeom>
            </p:spPr>
          </p:pic>
        </mc:Fallback>
      </mc:AlternateContent>
      <p:sp>
        <p:nvSpPr>
          <p:cNvPr id="32" name="TextBox 31"/>
          <p:cNvSpPr txBox="1"/>
          <p:nvPr/>
        </p:nvSpPr>
        <p:spPr>
          <a:xfrm>
            <a:off x="3289794" y="3318071"/>
            <a:ext cx="686732" cy="1142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3" name="TextBox 32"/>
          <p:cNvSpPr txBox="1"/>
          <p:nvPr/>
        </p:nvSpPr>
        <p:spPr>
          <a:xfrm>
            <a:off x="2820793" y="2546401"/>
            <a:ext cx="1938764" cy="1929575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4" name="Right Arrow 33"/>
          <p:cNvSpPr/>
          <p:nvPr/>
        </p:nvSpPr>
        <p:spPr>
          <a:xfrm>
            <a:off x="4787900" y="2773462"/>
            <a:ext cx="5055831" cy="227261"/>
          </a:xfrm>
          <a:prstGeom prst="right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9944092" y="2606194"/>
            <a:ext cx="18768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 </a:t>
            </a:r>
            <a:r>
              <a:rPr lang="en-US" sz="3200" b="1" dirty="0" smtClean="0">
                <a:solidFill>
                  <a:srgbClr val="FFC000"/>
                </a:solidFill>
              </a:rPr>
              <a:t>K = 5</a:t>
            </a:r>
            <a:endParaRPr lang="en-US" sz="3200" b="1" dirty="0">
              <a:solidFill>
                <a:srgbClr val="FFC000"/>
              </a:solidFill>
            </a:endParaRPr>
          </a:p>
        </p:txBody>
      </p:sp>
      <p:sp>
        <p:nvSpPr>
          <p:cNvPr id="37" name="Right Arrow 36"/>
          <p:cNvSpPr/>
          <p:nvPr/>
        </p:nvSpPr>
        <p:spPr>
          <a:xfrm rot="16200000" flipV="1">
            <a:off x="2269007" y="1956194"/>
            <a:ext cx="2307723" cy="300334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/>
          <p:cNvSpPr txBox="1"/>
          <p:nvPr/>
        </p:nvSpPr>
        <p:spPr>
          <a:xfrm>
            <a:off x="2799189" y="497030"/>
            <a:ext cx="16276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/>
              <a:t>K = 1</a:t>
            </a:r>
            <a:endParaRPr lang="en-US" sz="3200" b="1" dirty="0"/>
          </a:p>
        </p:txBody>
      </p:sp>
      <p:cxnSp>
        <p:nvCxnSpPr>
          <p:cNvPr id="40" name="Straight Arrow Connector 39"/>
          <p:cNvCxnSpPr>
            <a:endCxn id="16" idx="0"/>
          </p:cNvCxnSpPr>
          <p:nvPr/>
        </p:nvCxnSpPr>
        <p:spPr>
          <a:xfrm flipH="1">
            <a:off x="3501996" y="3830560"/>
            <a:ext cx="159324" cy="2591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 flipV="1">
            <a:off x="3930805" y="3423425"/>
            <a:ext cx="495996" cy="228600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>
            <a:off x="3869788" y="3816482"/>
            <a:ext cx="704220" cy="292124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 flipV="1">
            <a:off x="3822700" y="3235714"/>
            <a:ext cx="0" cy="366246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 flipH="1" flipV="1">
            <a:off x="3098180" y="3280319"/>
            <a:ext cx="575218" cy="321642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/>
          <p:nvPr/>
        </p:nvCxnSpPr>
        <p:spPr>
          <a:xfrm flipH="1">
            <a:off x="3610911" y="3810001"/>
            <a:ext cx="139422" cy="268153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5" name="Chart 44"/>
          <p:cNvGraphicFramePr/>
          <p:nvPr>
            <p:extLst>
              <p:ext uri="{D42A27DB-BD31-4B8C-83A1-F6EECF244321}">
                <p14:modId xmlns:p14="http://schemas.microsoft.com/office/powerpoint/2010/main" val="3981191465"/>
              </p:ext>
            </p:extLst>
          </p:nvPr>
        </p:nvGraphicFramePr>
        <p:xfrm>
          <a:off x="846004" y="916594"/>
          <a:ext cx="7276726" cy="50490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5602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Arrow Connector 1"/>
          <p:cNvCxnSpPr/>
          <p:nvPr/>
        </p:nvCxnSpPr>
        <p:spPr>
          <a:xfrm flipV="1">
            <a:off x="1315844" y="5664820"/>
            <a:ext cx="6813395" cy="111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/>
          <p:cNvCxnSpPr/>
          <p:nvPr/>
        </p:nvCxnSpPr>
        <p:spPr>
          <a:xfrm flipV="1">
            <a:off x="1315844" y="1103971"/>
            <a:ext cx="0" cy="4572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1984917" y="5006898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2282283" y="4200294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4270915" y="4564569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430749" y="3280319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692698" y="3994520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2849136" y="3185531"/>
            <a:ext cx="249044" cy="20444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6865434" y="3000723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3730083" y="2349191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5491976" y="2606194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6765073" y="4237463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3098180" y="4861932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5278244" y="4723066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3347225" y="4111084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5334929" y="3423425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4337822" y="3943816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2125236" y="3505203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6965795" y="3601960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6187996" y="2377594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3673397" y="3007113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5-Point Star 22"/>
          <p:cNvSpPr/>
          <p:nvPr/>
        </p:nvSpPr>
        <p:spPr>
          <a:xfrm>
            <a:off x="3612995" y="3491265"/>
            <a:ext cx="317810" cy="341856"/>
          </a:xfrm>
          <a:prstGeom prst="star5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8935846" y="4058116"/>
            <a:ext cx="2930908" cy="25853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r>
              <a:rPr lang="en-US" dirty="0" smtClean="0"/>
              <a:t>          </a:t>
            </a:r>
            <a:endParaRPr lang="en-US" dirty="0"/>
          </a:p>
          <a:p>
            <a:r>
              <a:rPr lang="en-US" dirty="0" smtClean="0"/>
              <a:t>           </a:t>
            </a:r>
            <a:r>
              <a:rPr lang="en-US" b="1" dirty="0" smtClean="0"/>
              <a:t>=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             </a:t>
            </a:r>
          </a:p>
          <a:p>
            <a:r>
              <a:rPr lang="en-US" dirty="0" smtClean="0"/>
              <a:t>           </a:t>
            </a:r>
            <a:r>
              <a:rPr lang="en-US" b="1" dirty="0" smtClean="0"/>
              <a:t>=</a:t>
            </a:r>
            <a:r>
              <a:rPr lang="en-US" dirty="0" smtClean="0"/>
              <a:t>    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25" name="Rectangle 24"/>
          <p:cNvSpPr/>
          <p:nvPr/>
        </p:nvSpPr>
        <p:spPr>
          <a:xfrm>
            <a:off x="9787046" y="4535769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9843731" y="5764374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11283237" y="4535769"/>
            <a:ext cx="219313" cy="257003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Cloud 27"/>
          <p:cNvSpPr/>
          <p:nvPr/>
        </p:nvSpPr>
        <p:spPr>
          <a:xfrm>
            <a:off x="11339923" y="4439124"/>
            <a:ext cx="162627" cy="125048"/>
          </a:xfrm>
          <a:prstGeom prst="cloud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ardrop 28"/>
          <p:cNvSpPr/>
          <p:nvPr/>
        </p:nvSpPr>
        <p:spPr>
          <a:xfrm rot="8744899">
            <a:off x="11233807" y="5739751"/>
            <a:ext cx="349699" cy="335196"/>
          </a:xfrm>
          <a:prstGeom prst="teardrop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Cloud 29"/>
          <p:cNvSpPr/>
          <p:nvPr/>
        </p:nvSpPr>
        <p:spPr>
          <a:xfrm>
            <a:off x="11339197" y="5670406"/>
            <a:ext cx="138917" cy="78059"/>
          </a:xfrm>
          <a:prstGeom prst="cloud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1" name="Ink 30"/>
              <p14:cNvContentPartPr/>
              <p14:nvPr/>
            </p14:nvContentPartPr>
            <p14:xfrm>
              <a:off x="11314064" y="5815373"/>
              <a:ext cx="178560" cy="245520"/>
            </p14:xfrm>
          </p:contentPart>
        </mc:Choice>
        <mc:Fallback xmlns="">
          <p:pic>
            <p:nvPicPr>
              <p:cNvPr id="31" name="Ink 30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296064" y="5797373"/>
                <a:ext cx="214560" cy="281520"/>
              </a:xfrm>
              <a:prstGeom prst="rect">
                <a:avLst/>
              </a:prstGeom>
            </p:spPr>
          </p:pic>
        </mc:Fallback>
      </mc:AlternateContent>
      <p:cxnSp>
        <p:nvCxnSpPr>
          <p:cNvPr id="33" name="Straight Arrow Connector 32"/>
          <p:cNvCxnSpPr>
            <a:stCxn id="23" idx="4"/>
            <a:endCxn id="7" idx="3"/>
          </p:cNvCxnSpPr>
          <p:nvPr/>
        </p:nvCxnSpPr>
        <p:spPr>
          <a:xfrm flipV="1">
            <a:off x="3930805" y="3423091"/>
            <a:ext cx="529339" cy="1987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23" idx="2"/>
            <a:endCxn id="16" idx="0"/>
          </p:cNvCxnSpPr>
          <p:nvPr/>
        </p:nvCxnSpPr>
        <p:spPr>
          <a:xfrm flipH="1">
            <a:off x="3504272" y="3833120"/>
            <a:ext cx="169420" cy="2779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23" idx="3"/>
            <a:endCxn id="18" idx="1"/>
          </p:cNvCxnSpPr>
          <p:nvPr/>
        </p:nvCxnSpPr>
        <p:spPr>
          <a:xfrm>
            <a:off x="3870108" y="3833120"/>
            <a:ext cx="467714" cy="2249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23" idx="0"/>
          </p:cNvCxnSpPr>
          <p:nvPr/>
        </p:nvCxnSpPr>
        <p:spPr>
          <a:xfrm flipV="1">
            <a:off x="3771900" y="3235713"/>
            <a:ext cx="215590" cy="2555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endCxn id="9" idx="5"/>
          </p:cNvCxnSpPr>
          <p:nvPr/>
        </p:nvCxnSpPr>
        <p:spPr>
          <a:xfrm flipH="1" flipV="1">
            <a:off x="3061708" y="3360031"/>
            <a:ext cx="668375" cy="2618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743467" y="2773462"/>
            <a:ext cx="2229977" cy="1665662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8" name="Right Arrow 37"/>
          <p:cNvSpPr/>
          <p:nvPr/>
        </p:nvSpPr>
        <p:spPr>
          <a:xfrm rot="20043250">
            <a:off x="4171292" y="1294374"/>
            <a:ext cx="3857667" cy="899827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/>
          <p:cNvSpPr txBox="1"/>
          <p:nvPr/>
        </p:nvSpPr>
        <p:spPr>
          <a:xfrm>
            <a:off x="8367648" y="412628"/>
            <a:ext cx="297154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/>
              <a:t>K = 5</a:t>
            </a:r>
          </a:p>
          <a:p>
            <a:r>
              <a:rPr lang="en-US" sz="4800" dirty="0" smtClean="0"/>
              <a:t>   = 3</a:t>
            </a:r>
            <a:endParaRPr lang="en-US" sz="4800" dirty="0"/>
          </a:p>
          <a:p>
            <a:r>
              <a:rPr lang="en-US" sz="4800" dirty="0" smtClean="0"/>
              <a:t>   = 2</a:t>
            </a:r>
          </a:p>
          <a:p>
            <a:r>
              <a:rPr lang="en-US" sz="4800" dirty="0" smtClean="0"/>
              <a:t>   = </a:t>
            </a:r>
            <a:endParaRPr lang="en-US" sz="4800" dirty="0"/>
          </a:p>
        </p:txBody>
      </p:sp>
      <p:sp>
        <p:nvSpPr>
          <p:cNvPr id="56" name="Rectangle 55"/>
          <p:cNvSpPr/>
          <p:nvPr/>
        </p:nvSpPr>
        <p:spPr>
          <a:xfrm>
            <a:off x="8621753" y="1452490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5-Point Star 57"/>
          <p:cNvSpPr/>
          <p:nvPr/>
        </p:nvSpPr>
        <p:spPr>
          <a:xfrm>
            <a:off x="8665426" y="2799521"/>
            <a:ext cx="582794" cy="435079"/>
          </a:xfrm>
          <a:prstGeom prst="star5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/>
          <p:cNvSpPr/>
          <p:nvPr/>
        </p:nvSpPr>
        <p:spPr>
          <a:xfrm>
            <a:off x="10409522" y="2907544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8331140" y="241941"/>
            <a:ext cx="3225904" cy="34163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 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                   </a:t>
            </a:r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61" name="Oval 60"/>
          <p:cNvSpPr/>
          <p:nvPr/>
        </p:nvSpPr>
        <p:spPr>
          <a:xfrm>
            <a:off x="8665426" y="2125818"/>
            <a:ext cx="242838" cy="27378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/>
          <p:cNvSpPr txBox="1"/>
          <p:nvPr/>
        </p:nvSpPr>
        <p:spPr>
          <a:xfrm>
            <a:off x="7822831" y="5764374"/>
            <a:ext cx="508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X</a:t>
            </a:r>
            <a:endParaRPr lang="en-US" b="1" dirty="0"/>
          </a:p>
        </p:txBody>
      </p:sp>
      <p:sp>
        <p:nvSpPr>
          <p:cNvPr id="63" name="TextBox 62"/>
          <p:cNvSpPr txBox="1"/>
          <p:nvPr/>
        </p:nvSpPr>
        <p:spPr>
          <a:xfrm>
            <a:off x="914400" y="1069529"/>
            <a:ext cx="520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Y</a:t>
            </a:r>
            <a:endParaRPr lang="en-US" b="1" dirty="0"/>
          </a:p>
        </p:txBody>
      </p:sp>
      <p:graphicFrame>
        <p:nvGraphicFramePr>
          <p:cNvPr id="47" name="Chart 46"/>
          <p:cNvGraphicFramePr/>
          <p:nvPr>
            <p:extLst>
              <p:ext uri="{D42A27DB-BD31-4B8C-83A1-F6EECF244321}">
                <p14:modId xmlns:p14="http://schemas.microsoft.com/office/powerpoint/2010/main" val="2161728495"/>
              </p:ext>
            </p:extLst>
          </p:nvPr>
        </p:nvGraphicFramePr>
        <p:xfrm>
          <a:off x="852513" y="1009935"/>
          <a:ext cx="7276726" cy="50490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2830180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08B27-E536-D8A8-3A9C-F8BEA8213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F423D3C-668E-CFD9-797C-3CF188A0CB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naïve Bayes classifier</a:t>
            </a:r>
          </a:p>
        </p:txBody>
      </p:sp>
    </p:spTree>
    <p:extLst>
      <p:ext uri="{BB962C8B-B14F-4D97-AF65-F5344CB8AC3E}">
        <p14:creationId xmlns:p14="http://schemas.microsoft.com/office/powerpoint/2010/main" val="1474771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1A2B9-D062-5614-3876-5FC14A59A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EB3A94E-5253-64ED-BD52-791305FC17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13034" y="0"/>
            <a:ext cx="5785178" cy="2041912"/>
          </a:xfrm>
        </p:spPr>
        <p:txBody>
          <a:bodyPr/>
          <a:lstStyle/>
          <a:p>
            <a:r>
              <a:rPr lang="en-GB" dirty="0"/>
              <a:t>1. fit()</a:t>
            </a:r>
          </a:p>
        </p:txBody>
      </p:sp>
      <p:cxnSp>
        <p:nvCxnSpPr>
          <p:cNvPr id="3" name="Straight Arrow Connector 2"/>
          <p:cNvCxnSpPr/>
          <p:nvPr/>
        </p:nvCxnSpPr>
        <p:spPr>
          <a:xfrm flipV="1">
            <a:off x="579864" y="6389649"/>
            <a:ext cx="6813395" cy="111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/>
          <p:cNvCxnSpPr/>
          <p:nvPr/>
        </p:nvCxnSpPr>
        <p:spPr>
          <a:xfrm flipV="1">
            <a:off x="579864" y="1828800"/>
            <a:ext cx="0" cy="4572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248937" y="5731727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1546303" y="4925123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3534935" y="5289398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3694769" y="4005148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4956718" y="4719349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2113156" y="3910360"/>
            <a:ext cx="249044" cy="20444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6129454" y="3725552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2994103" y="3074020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4755996" y="3331023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6029093" y="4962292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2362200" y="5586761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4542264" y="5447895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2611245" y="4835913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4598949" y="4148254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3601842" y="4668645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389256" y="4230032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6229815" y="4326789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5452016" y="3102423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2937417" y="3731942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8750919" y="3972735"/>
            <a:ext cx="2932771" cy="25853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r>
              <a:rPr lang="en-US" dirty="0" smtClean="0"/>
              <a:t>          </a:t>
            </a:r>
            <a:endParaRPr lang="en-US" dirty="0"/>
          </a:p>
          <a:p>
            <a:r>
              <a:rPr lang="en-US" dirty="0" smtClean="0"/>
              <a:t>           =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             </a:t>
            </a:r>
          </a:p>
          <a:p>
            <a:r>
              <a:rPr lang="en-US" dirty="0" smtClean="0"/>
              <a:t>           =    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26" name="Rectangle 25"/>
          <p:cNvSpPr/>
          <p:nvPr/>
        </p:nvSpPr>
        <p:spPr>
          <a:xfrm>
            <a:off x="9603982" y="4533903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9660667" y="5762508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11100173" y="4533903"/>
            <a:ext cx="219313" cy="257003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Cloud 28"/>
          <p:cNvSpPr/>
          <p:nvPr/>
        </p:nvSpPr>
        <p:spPr>
          <a:xfrm>
            <a:off x="11156859" y="4437258"/>
            <a:ext cx="162627" cy="125048"/>
          </a:xfrm>
          <a:prstGeom prst="cloud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ardrop 29"/>
          <p:cNvSpPr/>
          <p:nvPr/>
        </p:nvSpPr>
        <p:spPr>
          <a:xfrm rot="8744899">
            <a:off x="11050743" y="5737885"/>
            <a:ext cx="349699" cy="335196"/>
          </a:xfrm>
          <a:prstGeom prst="teardrop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Cloud 30"/>
          <p:cNvSpPr/>
          <p:nvPr/>
        </p:nvSpPr>
        <p:spPr>
          <a:xfrm>
            <a:off x="11156133" y="5668540"/>
            <a:ext cx="138917" cy="78059"/>
          </a:xfrm>
          <a:prstGeom prst="cloud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2" name="Ink 31"/>
              <p14:cNvContentPartPr/>
              <p14:nvPr/>
            </p14:nvContentPartPr>
            <p14:xfrm>
              <a:off x="11131000" y="5813507"/>
              <a:ext cx="178560" cy="245520"/>
            </p14:xfrm>
          </p:contentPart>
        </mc:Choice>
        <mc:Fallback xmlns="">
          <p:pic>
            <p:nvPicPr>
              <p:cNvPr id="32" name="Ink 3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113000" y="5795507"/>
                <a:ext cx="214560" cy="28152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34" name="Chart 33"/>
          <p:cNvGraphicFramePr/>
          <p:nvPr>
            <p:extLst>
              <p:ext uri="{D42A27DB-BD31-4B8C-83A1-F6EECF244321}">
                <p14:modId xmlns:p14="http://schemas.microsoft.com/office/powerpoint/2010/main" val="1044215075"/>
              </p:ext>
            </p:extLst>
          </p:nvPr>
        </p:nvGraphicFramePr>
        <p:xfrm>
          <a:off x="143780" y="1738008"/>
          <a:ext cx="7276726" cy="50490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535689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1A2B9-D062-5614-3876-5FC14A59A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ight Arrow 36"/>
          <p:cNvSpPr/>
          <p:nvPr/>
        </p:nvSpPr>
        <p:spPr>
          <a:xfrm>
            <a:off x="6707458" y="2520177"/>
            <a:ext cx="713048" cy="245326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8302382" y="3674851"/>
            <a:ext cx="434897" cy="235424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Straight Connector 39"/>
          <p:cNvCxnSpPr/>
          <p:nvPr/>
        </p:nvCxnSpPr>
        <p:spPr>
          <a:xfrm flipV="1">
            <a:off x="7856590" y="6029094"/>
            <a:ext cx="4205312" cy="37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10161550" y="3241288"/>
            <a:ext cx="450693" cy="280278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Straight Arrow Connector 44"/>
          <p:cNvCxnSpPr/>
          <p:nvPr/>
        </p:nvCxnSpPr>
        <p:spPr>
          <a:xfrm flipV="1">
            <a:off x="7856590" y="2854712"/>
            <a:ext cx="0" cy="31780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11070374" y="4473499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/>
          <p:cNvSpPr txBox="1"/>
          <p:nvPr/>
        </p:nvSpPr>
        <p:spPr>
          <a:xfrm>
            <a:off x="10783229" y="4114800"/>
            <a:ext cx="1278673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   </a:t>
            </a:r>
          </a:p>
          <a:p>
            <a:r>
              <a:rPr lang="en-US" dirty="0"/>
              <a:t> </a:t>
            </a:r>
            <a:r>
              <a:rPr lang="en-US" dirty="0" smtClean="0"/>
              <a:t>   = 10</a:t>
            </a:r>
            <a:endParaRPr lang="en-US" dirty="0"/>
          </a:p>
        </p:txBody>
      </p:sp>
      <p:sp>
        <p:nvSpPr>
          <p:cNvPr id="49" name="Rectangle 48"/>
          <p:cNvSpPr/>
          <p:nvPr/>
        </p:nvSpPr>
        <p:spPr>
          <a:xfrm>
            <a:off x="8916629" y="4578883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/>
          <p:cNvSpPr txBox="1"/>
          <p:nvPr/>
        </p:nvSpPr>
        <p:spPr>
          <a:xfrm>
            <a:off x="8790622" y="4268129"/>
            <a:ext cx="1244575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      </a:t>
            </a:r>
          </a:p>
          <a:p>
            <a:r>
              <a:rPr lang="en-US" dirty="0"/>
              <a:t> </a:t>
            </a:r>
            <a:r>
              <a:rPr lang="en-US" dirty="0" smtClean="0"/>
              <a:t>   = 9</a:t>
            </a:r>
            <a:endParaRPr lang="en-US" dirty="0"/>
          </a:p>
        </p:txBody>
      </p:sp>
      <p:cxnSp>
        <p:nvCxnSpPr>
          <p:cNvPr id="60" name="Straight Arrow Connector 59"/>
          <p:cNvCxnSpPr/>
          <p:nvPr/>
        </p:nvCxnSpPr>
        <p:spPr>
          <a:xfrm flipV="1">
            <a:off x="579864" y="6389649"/>
            <a:ext cx="6813395" cy="111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/>
          <p:nvPr/>
        </p:nvCxnSpPr>
        <p:spPr>
          <a:xfrm flipV="1">
            <a:off x="579864" y="1828800"/>
            <a:ext cx="0" cy="4572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1248937" y="5731727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/>
          <p:cNvSpPr/>
          <p:nvPr/>
        </p:nvSpPr>
        <p:spPr>
          <a:xfrm>
            <a:off x="1546303" y="4925123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/>
          <p:cNvSpPr/>
          <p:nvPr/>
        </p:nvSpPr>
        <p:spPr>
          <a:xfrm>
            <a:off x="3534935" y="5289398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/>
          <p:cNvSpPr/>
          <p:nvPr/>
        </p:nvSpPr>
        <p:spPr>
          <a:xfrm>
            <a:off x="3694769" y="4005148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/>
          <p:cNvSpPr/>
          <p:nvPr/>
        </p:nvSpPr>
        <p:spPr>
          <a:xfrm>
            <a:off x="4956718" y="4719349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/>
          <p:cNvSpPr/>
          <p:nvPr/>
        </p:nvSpPr>
        <p:spPr>
          <a:xfrm>
            <a:off x="2113156" y="3910360"/>
            <a:ext cx="249044" cy="20444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68" name="Oval 67"/>
          <p:cNvSpPr/>
          <p:nvPr/>
        </p:nvSpPr>
        <p:spPr>
          <a:xfrm>
            <a:off x="6129454" y="3725552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/>
          <p:cNvSpPr/>
          <p:nvPr/>
        </p:nvSpPr>
        <p:spPr>
          <a:xfrm>
            <a:off x="2994103" y="3074020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/>
          <p:cNvSpPr/>
          <p:nvPr/>
        </p:nvSpPr>
        <p:spPr>
          <a:xfrm>
            <a:off x="4755996" y="3331023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/>
          <p:cNvSpPr/>
          <p:nvPr/>
        </p:nvSpPr>
        <p:spPr>
          <a:xfrm>
            <a:off x="6029093" y="4962292"/>
            <a:ext cx="200722" cy="1672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/>
          <p:cNvSpPr/>
          <p:nvPr/>
        </p:nvSpPr>
        <p:spPr>
          <a:xfrm>
            <a:off x="2362200" y="5586761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/>
          <p:cNvSpPr/>
          <p:nvPr/>
        </p:nvSpPr>
        <p:spPr>
          <a:xfrm>
            <a:off x="4542264" y="5447895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/>
          <p:cNvSpPr/>
          <p:nvPr/>
        </p:nvSpPr>
        <p:spPr>
          <a:xfrm>
            <a:off x="2611245" y="4835913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/>
          <p:cNvSpPr/>
          <p:nvPr/>
        </p:nvSpPr>
        <p:spPr>
          <a:xfrm>
            <a:off x="4598949" y="4148254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/>
          <p:cNvSpPr/>
          <p:nvPr/>
        </p:nvSpPr>
        <p:spPr>
          <a:xfrm>
            <a:off x="3601842" y="4668645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/>
          <p:cNvSpPr/>
          <p:nvPr/>
        </p:nvSpPr>
        <p:spPr>
          <a:xfrm>
            <a:off x="1389256" y="4230032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/>
          <p:cNvSpPr/>
          <p:nvPr/>
        </p:nvSpPr>
        <p:spPr>
          <a:xfrm>
            <a:off x="6229815" y="4326789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/>
          <p:cNvSpPr/>
          <p:nvPr/>
        </p:nvSpPr>
        <p:spPr>
          <a:xfrm>
            <a:off x="5452016" y="3102423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/>
          <p:cNvSpPr/>
          <p:nvPr/>
        </p:nvSpPr>
        <p:spPr>
          <a:xfrm>
            <a:off x="2937417" y="3731942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TextBox 80"/>
          <p:cNvSpPr txBox="1"/>
          <p:nvPr/>
        </p:nvSpPr>
        <p:spPr>
          <a:xfrm>
            <a:off x="1003610" y="2096429"/>
            <a:ext cx="5675969" cy="3932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2" name="TextBox 81"/>
          <p:cNvSpPr txBox="1"/>
          <p:nvPr/>
        </p:nvSpPr>
        <p:spPr>
          <a:xfrm>
            <a:off x="7414631" y="2241395"/>
            <a:ext cx="4766501" cy="41004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graphicFrame>
        <p:nvGraphicFramePr>
          <p:cNvPr id="83" name="Chart 82"/>
          <p:cNvGraphicFramePr/>
          <p:nvPr>
            <p:extLst>
              <p:ext uri="{D42A27DB-BD31-4B8C-83A1-F6EECF244321}">
                <p14:modId xmlns:p14="http://schemas.microsoft.com/office/powerpoint/2010/main" val="2090263523"/>
              </p:ext>
            </p:extLst>
          </p:nvPr>
        </p:nvGraphicFramePr>
        <p:xfrm>
          <a:off x="18676" y="1637081"/>
          <a:ext cx="7276726" cy="50490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6" name="Chart 35"/>
          <p:cNvGraphicFramePr/>
          <p:nvPr>
            <p:extLst>
              <p:ext uri="{D42A27DB-BD31-4B8C-83A1-F6EECF244321}">
                <p14:modId xmlns:p14="http://schemas.microsoft.com/office/powerpoint/2010/main" val="1099986884"/>
              </p:ext>
            </p:extLst>
          </p:nvPr>
        </p:nvGraphicFramePr>
        <p:xfrm>
          <a:off x="7486187" y="3074020"/>
          <a:ext cx="4575716" cy="32678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/>
              <p:cNvSpPr/>
              <p:nvPr/>
            </p:nvSpPr>
            <p:spPr>
              <a:xfrm>
                <a:off x="7854158" y="352406"/>
                <a:ext cx="2929071" cy="61273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/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19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=0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.53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53</m:t>
                      </m:r>
                      <m:r>
                        <a:rPr lang="en-GB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4158" y="352406"/>
                <a:ext cx="2929071" cy="6127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Oval 38"/>
          <p:cNvSpPr/>
          <p:nvPr/>
        </p:nvSpPr>
        <p:spPr>
          <a:xfrm>
            <a:off x="8279930" y="495334"/>
            <a:ext cx="188675" cy="32687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/>
              <p:cNvSpPr/>
              <p:nvPr/>
            </p:nvSpPr>
            <p:spPr>
              <a:xfrm>
                <a:off x="7854158" y="1337975"/>
                <a:ext cx="2929072" cy="61273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/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19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=0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47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47%</m:t>
                      </m:r>
                    </m:oMath>
                  </m:oMathPara>
                </a14:m>
                <a:endParaRPr lang="en-US" dirty="0">
                  <a:solidFill>
                    <a:srgbClr val="00B0F0"/>
                  </a:solidFill>
                </a:endParaRPr>
              </a:p>
            </p:txBody>
          </p:sp>
        </mc:Choice>
        <mc:Fallback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4158" y="1337975"/>
                <a:ext cx="2929072" cy="6127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ectangle 40"/>
          <p:cNvSpPr/>
          <p:nvPr/>
        </p:nvSpPr>
        <p:spPr>
          <a:xfrm>
            <a:off x="8276553" y="1534048"/>
            <a:ext cx="172528" cy="220586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ight Arrow 41"/>
          <p:cNvSpPr/>
          <p:nvPr/>
        </p:nvSpPr>
        <p:spPr>
          <a:xfrm rot="20043250">
            <a:off x="5861867" y="1525425"/>
            <a:ext cx="1873672" cy="237831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21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70AC3-032C-1991-C2B4-457DF690F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 22"/>
          <p:cNvSpPr/>
          <p:nvPr/>
        </p:nvSpPr>
        <p:spPr>
          <a:xfrm>
            <a:off x="971156" y="2553673"/>
            <a:ext cx="8031285" cy="2988601"/>
          </a:xfrm>
          <a:custGeom>
            <a:avLst/>
            <a:gdLst>
              <a:gd name="connsiteX0" fmla="*/ 0 w 6182436"/>
              <a:gd name="connsiteY0" fmla="*/ 2382335 h 2541757"/>
              <a:gd name="connsiteX1" fmla="*/ 682388 w 6182436"/>
              <a:gd name="connsiteY1" fmla="*/ 2341392 h 2541757"/>
              <a:gd name="connsiteX2" fmla="*/ 1132765 w 6182436"/>
              <a:gd name="connsiteY2" fmla="*/ 2273153 h 2541757"/>
              <a:gd name="connsiteX3" fmla="*/ 1473959 w 6182436"/>
              <a:gd name="connsiteY3" fmla="*/ 2109380 h 2541757"/>
              <a:gd name="connsiteX4" fmla="*/ 1951630 w 6182436"/>
              <a:gd name="connsiteY4" fmla="*/ 1618060 h 2541757"/>
              <a:gd name="connsiteX5" fmla="*/ 2606723 w 6182436"/>
              <a:gd name="connsiteY5" fmla="*/ 376114 h 2541757"/>
              <a:gd name="connsiteX6" fmla="*/ 3029803 w 6182436"/>
              <a:gd name="connsiteY6" fmla="*/ 21272 h 2541757"/>
              <a:gd name="connsiteX7" fmla="*/ 3480180 w 6182436"/>
              <a:gd name="connsiteY7" fmla="*/ 198693 h 2541757"/>
              <a:gd name="connsiteX8" fmla="*/ 4230806 w 6182436"/>
              <a:gd name="connsiteY8" fmla="*/ 1481583 h 2541757"/>
              <a:gd name="connsiteX9" fmla="*/ 4790365 w 6182436"/>
              <a:gd name="connsiteY9" fmla="*/ 2123028 h 2541757"/>
              <a:gd name="connsiteX10" fmla="*/ 5117911 w 6182436"/>
              <a:gd name="connsiteY10" fmla="*/ 2300448 h 2541757"/>
              <a:gd name="connsiteX11" fmla="*/ 6059606 w 6182436"/>
              <a:gd name="connsiteY11" fmla="*/ 2382335 h 2541757"/>
              <a:gd name="connsiteX12" fmla="*/ 6182436 w 6182436"/>
              <a:gd name="connsiteY12" fmla="*/ 2368687 h 2541757"/>
              <a:gd name="connsiteX0" fmla="*/ 0 w 6182436"/>
              <a:gd name="connsiteY0" fmla="*/ 2382335 h 2542514"/>
              <a:gd name="connsiteX1" fmla="*/ 682388 w 6182436"/>
              <a:gd name="connsiteY1" fmla="*/ 2341392 h 2542514"/>
              <a:gd name="connsiteX2" fmla="*/ 1132765 w 6182436"/>
              <a:gd name="connsiteY2" fmla="*/ 2273153 h 2542514"/>
              <a:gd name="connsiteX3" fmla="*/ 1473959 w 6182436"/>
              <a:gd name="connsiteY3" fmla="*/ 2109380 h 2542514"/>
              <a:gd name="connsiteX4" fmla="*/ 1951630 w 6182436"/>
              <a:gd name="connsiteY4" fmla="*/ 1618060 h 2542514"/>
              <a:gd name="connsiteX5" fmla="*/ 2606723 w 6182436"/>
              <a:gd name="connsiteY5" fmla="*/ 376114 h 2542514"/>
              <a:gd name="connsiteX6" fmla="*/ 3029803 w 6182436"/>
              <a:gd name="connsiteY6" fmla="*/ 21272 h 2542514"/>
              <a:gd name="connsiteX7" fmla="*/ 3480180 w 6182436"/>
              <a:gd name="connsiteY7" fmla="*/ 198693 h 2542514"/>
              <a:gd name="connsiteX8" fmla="*/ 4230806 w 6182436"/>
              <a:gd name="connsiteY8" fmla="*/ 1481583 h 2542514"/>
              <a:gd name="connsiteX9" fmla="*/ 4790365 w 6182436"/>
              <a:gd name="connsiteY9" fmla="*/ 2123028 h 2542514"/>
              <a:gd name="connsiteX10" fmla="*/ 5040641 w 6182436"/>
              <a:gd name="connsiteY10" fmla="*/ 2281235 h 2542514"/>
              <a:gd name="connsiteX11" fmla="*/ 6059606 w 6182436"/>
              <a:gd name="connsiteY11" fmla="*/ 2382335 h 2542514"/>
              <a:gd name="connsiteX12" fmla="*/ 6182436 w 6182436"/>
              <a:gd name="connsiteY12" fmla="*/ 2368687 h 2542514"/>
              <a:gd name="connsiteX0" fmla="*/ 0 w 6182436"/>
              <a:gd name="connsiteY0" fmla="*/ 2382335 h 2553939"/>
              <a:gd name="connsiteX1" fmla="*/ 682388 w 6182436"/>
              <a:gd name="connsiteY1" fmla="*/ 2341392 h 2553939"/>
              <a:gd name="connsiteX2" fmla="*/ 1132765 w 6182436"/>
              <a:gd name="connsiteY2" fmla="*/ 2273153 h 2553939"/>
              <a:gd name="connsiteX3" fmla="*/ 1473959 w 6182436"/>
              <a:gd name="connsiteY3" fmla="*/ 2109380 h 2553939"/>
              <a:gd name="connsiteX4" fmla="*/ 1951630 w 6182436"/>
              <a:gd name="connsiteY4" fmla="*/ 1618060 h 2553939"/>
              <a:gd name="connsiteX5" fmla="*/ 2606723 w 6182436"/>
              <a:gd name="connsiteY5" fmla="*/ 376114 h 2553939"/>
              <a:gd name="connsiteX6" fmla="*/ 3029803 w 6182436"/>
              <a:gd name="connsiteY6" fmla="*/ 21272 h 2553939"/>
              <a:gd name="connsiteX7" fmla="*/ 3480180 w 6182436"/>
              <a:gd name="connsiteY7" fmla="*/ 198693 h 2553939"/>
              <a:gd name="connsiteX8" fmla="*/ 4230806 w 6182436"/>
              <a:gd name="connsiteY8" fmla="*/ 1481583 h 2553939"/>
              <a:gd name="connsiteX9" fmla="*/ 4790365 w 6182436"/>
              <a:gd name="connsiteY9" fmla="*/ 2123028 h 2553939"/>
              <a:gd name="connsiteX10" fmla="*/ 5040641 w 6182436"/>
              <a:gd name="connsiteY10" fmla="*/ 2281235 h 2553939"/>
              <a:gd name="connsiteX11" fmla="*/ 6107900 w 6182436"/>
              <a:gd name="connsiteY11" fmla="*/ 2420763 h 2553939"/>
              <a:gd name="connsiteX12" fmla="*/ 6182436 w 6182436"/>
              <a:gd name="connsiteY12" fmla="*/ 2368687 h 2553939"/>
              <a:gd name="connsiteX0" fmla="*/ 0 w 6182436"/>
              <a:gd name="connsiteY0" fmla="*/ 2382335 h 2534805"/>
              <a:gd name="connsiteX1" fmla="*/ 682388 w 6182436"/>
              <a:gd name="connsiteY1" fmla="*/ 2341392 h 2534805"/>
              <a:gd name="connsiteX2" fmla="*/ 1132765 w 6182436"/>
              <a:gd name="connsiteY2" fmla="*/ 2273153 h 2534805"/>
              <a:gd name="connsiteX3" fmla="*/ 1473959 w 6182436"/>
              <a:gd name="connsiteY3" fmla="*/ 2109380 h 2534805"/>
              <a:gd name="connsiteX4" fmla="*/ 1951630 w 6182436"/>
              <a:gd name="connsiteY4" fmla="*/ 1618060 h 2534805"/>
              <a:gd name="connsiteX5" fmla="*/ 2606723 w 6182436"/>
              <a:gd name="connsiteY5" fmla="*/ 376114 h 2534805"/>
              <a:gd name="connsiteX6" fmla="*/ 3029803 w 6182436"/>
              <a:gd name="connsiteY6" fmla="*/ 21272 h 2534805"/>
              <a:gd name="connsiteX7" fmla="*/ 3480180 w 6182436"/>
              <a:gd name="connsiteY7" fmla="*/ 198693 h 2534805"/>
              <a:gd name="connsiteX8" fmla="*/ 4230806 w 6182436"/>
              <a:gd name="connsiteY8" fmla="*/ 1481583 h 2534805"/>
              <a:gd name="connsiteX9" fmla="*/ 4790365 w 6182436"/>
              <a:gd name="connsiteY9" fmla="*/ 2123028 h 2534805"/>
              <a:gd name="connsiteX10" fmla="*/ 5040641 w 6182436"/>
              <a:gd name="connsiteY10" fmla="*/ 2281235 h 2534805"/>
              <a:gd name="connsiteX11" fmla="*/ 5856775 w 6182436"/>
              <a:gd name="connsiteY11" fmla="*/ 2353516 h 2534805"/>
              <a:gd name="connsiteX12" fmla="*/ 6182436 w 6182436"/>
              <a:gd name="connsiteY12" fmla="*/ 2368687 h 2534805"/>
              <a:gd name="connsiteX0" fmla="*/ 0 w 7447727"/>
              <a:gd name="connsiteY0" fmla="*/ 2382335 h 2382335"/>
              <a:gd name="connsiteX1" fmla="*/ 682388 w 7447727"/>
              <a:gd name="connsiteY1" fmla="*/ 2341392 h 2382335"/>
              <a:gd name="connsiteX2" fmla="*/ 1132765 w 7447727"/>
              <a:gd name="connsiteY2" fmla="*/ 2273153 h 2382335"/>
              <a:gd name="connsiteX3" fmla="*/ 1473959 w 7447727"/>
              <a:gd name="connsiteY3" fmla="*/ 2109380 h 2382335"/>
              <a:gd name="connsiteX4" fmla="*/ 1951630 w 7447727"/>
              <a:gd name="connsiteY4" fmla="*/ 1618060 h 2382335"/>
              <a:gd name="connsiteX5" fmla="*/ 2606723 w 7447727"/>
              <a:gd name="connsiteY5" fmla="*/ 376114 h 2382335"/>
              <a:gd name="connsiteX6" fmla="*/ 3029803 w 7447727"/>
              <a:gd name="connsiteY6" fmla="*/ 21272 h 2382335"/>
              <a:gd name="connsiteX7" fmla="*/ 3480180 w 7447727"/>
              <a:gd name="connsiteY7" fmla="*/ 198693 h 2382335"/>
              <a:gd name="connsiteX8" fmla="*/ 4230806 w 7447727"/>
              <a:gd name="connsiteY8" fmla="*/ 1481583 h 2382335"/>
              <a:gd name="connsiteX9" fmla="*/ 4790365 w 7447727"/>
              <a:gd name="connsiteY9" fmla="*/ 2123028 h 2382335"/>
              <a:gd name="connsiteX10" fmla="*/ 5040641 w 7447727"/>
              <a:gd name="connsiteY10" fmla="*/ 2281235 h 2382335"/>
              <a:gd name="connsiteX11" fmla="*/ 5856775 w 7447727"/>
              <a:gd name="connsiteY11" fmla="*/ 2353516 h 2382335"/>
              <a:gd name="connsiteX12" fmla="*/ 7447727 w 7447727"/>
              <a:gd name="connsiteY12" fmla="*/ 2138123 h 2382335"/>
              <a:gd name="connsiteX0" fmla="*/ 0 w 6742642"/>
              <a:gd name="connsiteY0" fmla="*/ 2382335 h 2636212"/>
              <a:gd name="connsiteX1" fmla="*/ 682388 w 6742642"/>
              <a:gd name="connsiteY1" fmla="*/ 2341392 h 2636212"/>
              <a:gd name="connsiteX2" fmla="*/ 1132765 w 6742642"/>
              <a:gd name="connsiteY2" fmla="*/ 2273153 h 2636212"/>
              <a:gd name="connsiteX3" fmla="*/ 1473959 w 6742642"/>
              <a:gd name="connsiteY3" fmla="*/ 2109380 h 2636212"/>
              <a:gd name="connsiteX4" fmla="*/ 1951630 w 6742642"/>
              <a:gd name="connsiteY4" fmla="*/ 1618060 h 2636212"/>
              <a:gd name="connsiteX5" fmla="*/ 2606723 w 6742642"/>
              <a:gd name="connsiteY5" fmla="*/ 376114 h 2636212"/>
              <a:gd name="connsiteX6" fmla="*/ 3029803 w 6742642"/>
              <a:gd name="connsiteY6" fmla="*/ 21272 h 2636212"/>
              <a:gd name="connsiteX7" fmla="*/ 3480180 w 6742642"/>
              <a:gd name="connsiteY7" fmla="*/ 198693 h 2636212"/>
              <a:gd name="connsiteX8" fmla="*/ 4230806 w 6742642"/>
              <a:gd name="connsiteY8" fmla="*/ 1481583 h 2636212"/>
              <a:gd name="connsiteX9" fmla="*/ 4790365 w 6742642"/>
              <a:gd name="connsiteY9" fmla="*/ 2123028 h 2636212"/>
              <a:gd name="connsiteX10" fmla="*/ 5040641 w 6742642"/>
              <a:gd name="connsiteY10" fmla="*/ 2281235 h 2636212"/>
              <a:gd name="connsiteX11" fmla="*/ 5856775 w 6742642"/>
              <a:gd name="connsiteY11" fmla="*/ 2353516 h 2636212"/>
              <a:gd name="connsiteX12" fmla="*/ 6742642 w 6742642"/>
              <a:gd name="connsiteY12" fmla="*/ 2493575 h 2636212"/>
              <a:gd name="connsiteX0" fmla="*/ 0 w 6805912"/>
              <a:gd name="connsiteY0" fmla="*/ 2382335 h 2512587"/>
              <a:gd name="connsiteX1" fmla="*/ 682388 w 6805912"/>
              <a:gd name="connsiteY1" fmla="*/ 2341392 h 2512587"/>
              <a:gd name="connsiteX2" fmla="*/ 1132765 w 6805912"/>
              <a:gd name="connsiteY2" fmla="*/ 2273153 h 2512587"/>
              <a:gd name="connsiteX3" fmla="*/ 1473959 w 6805912"/>
              <a:gd name="connsiteY3" fmla="*/ 2109380 h 2512587"/>
              <a:gd name="connsiteX4" fmla="*/ 1951630 w 6805912"/>
              <a:gd name="connsiteY4" fmla="*/ 1618060 h 2512587"/>
              <a:gd name="connsiteX5" fmla="*/ 2606723 w 6805912"/>
              <a:gd name="connsiteY5" fmla="*/ 376114 h 2512587"/>
              <a:gd name="connsiteX6" fmla="*/ 3029803 w 6805912"/>
              <a:gd name="connsiteY6" fmla="*/ 21272 h 2512587"/>
              <a:gd name="connsiteX7" fmla="*/ 3480180 w 6805912"/>
              <a:gd name="connsiteY7" fmla="*/ 198693 h 2512587"/>
              <a:gd name="connsiteX8" fmla="*/ 4230806 w 6805912"/>
              <a:gd name="connsiteY8" fmla="*/ 1481583 h 2512587"/>
              <a:gd name="connsiteX9" fmla="*/ 4790365 w 6805912"/>
              <a:gd name="connsiteY9" fmla="*/ 2123028 h 2512587"/>
              <a:gd name="connsiteX10" fmla="*/ 5040641 w 6805912"/>
              <a:gd name="connsiteY10" fmla="*/ 2281235 h 2512587"/>
              <a:gd name="connsiteX11" fmla="*/ 5856775 w 6805912"/>
              <a:gd name="connsiteY11" fmla="*/ 2353516 h 2512587"/>
              <a:gd name="connsiteX12" fmla="*/ 6742642 w 6805912"/>
              <a:gd name="connsiteY12" fmla="*/ 2493575 h 2512587"/>
              <a:gd name="connsiteX0" fmla="*/ 0 w 6879808"/>
              <a:gd name="connsiteY0" fmla="*/ 2382335 h 2442743"/>
              <a:gd name="connsiteX1" fmla="*/ 682388 w 6879808"/>
              <a:gd name="connsiteY1" fmla="*/ 2341392 h 2442743"/>
              <a:gd name="connsiteX2" fmla="*/ 1132765 w 6879808"/>
              <a:gd name="connsiteY2" fmla="*/ 2273153 h 2442743"/>
              <a:gd name="connsiteX3" fmla="*/ 1473959 w 6879808"/>
              <a:gd name="connsiteY3" fmla="*/ 2109380 h 2442743"/>
              <a:gd name="connsiteX4" fmla="*/ 1951630 w 6879808"/>
              <a:gd name="connsiteY4" fmla="*/ 1618060 h 2442743"/>
              <a:gd name="connsiteX5" fmla="*/ 2606723 w 6879808"/>
              <a:gd name="connsiteY5" fmla="*/ 376114 h 2442743"/>
              <a:gd name="connsiteX6" fmla="*/ 3029803 w 6879808"/>
              <a:gd name="connsiteY6" fmla="*/ 21272 h 2442743"/>
              <a:gd name="connsiteX7" fmla="*/ 3480180 w 6879808"/>
              <a:gd name="connsiteY7" fmla="*/ 198693 h 2442743"/>
              <a:gd name="connsiteX8" fmla="*/ 4230806 w 6879808"/>
              <a:gd name="connsiteY8" fmla="*/ 1481583 h 2442743"/>
              <a:gd name="connsiteX9" fmla="*/ 4790365 w 6879808"/>
              <a:gd name="connsiteY9" fmla="*/ 2123028 h 2442743"/>
              <a:gd name="connsiteX10" fmla="*/ 5040641 w 6879808"/>
              <a:gd name="connsiteY10" fmla="*/ 2281235 h 2442743"/>
              <a:gd name="connsiteX11" fmla="*/ 5856775 w 6879808"/>
              <a:gd name="connsiteY11" fmla="*/ 2353516 h 2442743"/>
              <a:gd name="connsiteX12" fmla="*/ 6819912 w 6879808"/>
              <a:gd name="connsiteY12" fmla="*/ 2416721 h 2442743"/>
              <a:gd name="connsiteX0" fmla="*/ 0 w 6861299"/>
              <a:gd name="connsiteY0" fmla="*/ 2382335 h 2557879"/>
              <a:gd name="connsiteX1" fmla="*/ 682388 w 6861299"/>
              <a:gd name="connsiteY1" fmla="*/ 2341392 h 2557879"/>
              <a:gd name="connsiteX2" fmla="*/ 1132765 w 6861299"/>
              <a:gd name="connsiteY2" fmla="*/ 2273153 h 2557879"/>
              <a:gd name="connsiteX3" fmla="*/ 1473959 w 6861299"/>
              <a:gd name="connsiteY3" fmla="*/ 2109380 h 2557879"/>
              <a:gd name="connsiteX4" fmla="*/ 1951630 w 6861299"/>
              <a:gd name="connsiteY4" fmla="*/ 1618060 h 2557879"/>
              <a:gd name="connsiteX5" fmla="*/ 2606723 w 6861299"/>
              <a:gd name="connsiteY5" fmla="*/ 376114 h 2557879"/>
              <a:gd name="connsiteX6" fmla="*/ 3029803 w 6861299"/>
              <a:gd name="connsiteY6" fmla="*/ 21272 h 2557879"/>
              <a:gd name="connsiteX7" fmla="*/ 3480180 w 6861299"/>
              <a:gd name="connsiteY7" fmla="*/ 198693 h 2557879"/>
              <a:gd name="connsiteX8" fmla="*/ 4230806 w 6861299"/>
              <a:gd name="connsiteY8" fmla="*/ 1481583 h 2557879"/>
              <a:gd name="connsiteX9" fmla="*/ 4790365 w 6861299"/>
              <a:gd name="connsiteY9" fmla="*/ 2123028 h 2557879"/>
              <a:gd name="connsiteX10" fmla="*/ 5040641 w 6861299"/>
              <a:gd name="connsiteY10" fmla="*/ 2281235 h 2557879"/>
              <a:gd name="connsiteX11" fmla="*/ 5856775 w 6861299"/>
              <a:gd name="connsiteY11" fmla="*/ 2353516 h 2557879"/>
              <a:gd name="connsiteX12" fmla="*/ 6800594 w 6861299"/>
              <a:gd name="connsiteY12" fmla="*/ 2541610 h 2557879"/>
              <a:gd name="connsiteX0" fmla="*/ 0 w 6873343"/>
              <a:gd name="connsiteY0" fmla="*/ 2382335 h 2541610"/>
              <a:gd name="connsiteX1" fmla="*/ 682388 w 6873343"/>
              <a:gd name="connsiteY1" fmla="*/ 2341392 h 2541610"/>
              <a:gd name="connsiteX2" fmla="*/ 1132765 w 6873343"/>
              <a:gd name="connsiteY2" fmla="*/ 2273153 h 2541610"/>
              <a:gd name="connsiteX3" fmla="*/ 1473959 w 6873343"/>
              <a:gd name="connsiteY3" fmla="*/ 2109380 h 2541610"/>
              <a:gd name="connsiteX4" fmla="*/ 1951630 w 6873343"/>
              <a:gd name="connsiteY4" fmla="*/ 1618060 h 2541610"/>
              <a:gd name="connsiteX5" fmla="*/ 2606723 w 6873343"/>
              <a:gd name="connsiteY5" fmla="*/ 376114 h 2541610"/>
              <a:gd name="connsiteX6" fmla="*/ 3029803 w 6873343"/>
              <a:gd name="connsiteY6" fmla="*/ 21272 h 2541610"/>
              <a:gd name="connsiteX7" fmla="*/ 3480180 w 6873343"/>
              <a:gd name="connsiteY7" fmla="*/ 198693 h 2541610"/>
              <a:gd name="connsiteX8" fmla="*/ 4230806 w 6873343"/>
              <a:gd name="connsiteY8" fmla="*/ 1481583 h 2541610"/>
              <a:gd name="connsiteX9" fmla="*/ 4790365 w 6873343"/>
              <a:gd name="connsiteY9" fmla="*/ 2123028 h 2541610"/>
              <a:gd name="connsiteX10" fmla="*/ 5040641 w 6873343"/>
              <a:gd name="connsiteY10" fmla="*/ 2281235 h 2541610"/>
              <a:gd name="connsiteX11" fmla="*/ 5856775 w 6873343"/>
              <a:gd name="connsiteY11" fmla="*/ 2353516 h 2541610"/>
              <a:gd name="connsiteX12" fmla="*/ 6800594 w 6873343"/>
              <a:gd name="connsiteY12" fmla="*/ 2541610 h 2541610"/>
              <a:gd name="connsiteX0" fmla="*/ 0 w 6873343"/>
              <a:gd name="connsiteY0" fmla="*/ 2382335 h 2542095"/>
              <a:gd name="connsiteX1" fmla="*/ 682388 w 6873343"/>
              <a:gd name="connsiteY1" fmla="*/ 2341392 h 2542095"/>
              <a:gd name="connsiteX2" fmla="*/ 1132765 w 6873343"/>
              <a:gd name="connsiteY2" fmla="*/ 2273153 h 2542095"/>
              <a:gd name="connsiteX3" fmla="*/ 1473959 w 6873343"/>
              <a:gd name="connsiteY3" fmla="*/ 2109380 h 2542095"/>
              <a:gd name="connsiteX4" fmla="*/ 1951630 w 6873343"/>
              <a:gd name="connsiteY4" fmla="*/ 1618060 h 2542095"/>
              <a:gd name="connsiteX5" fmla="*/ 2606723 w 6873343"/>
              <a:gd name="connsiteY5" fmla="*/ 376114 h 2542095"/>
              <a:gd name="connsiteX6" fmla="*/ 3029803 w 6873343"/>
              <a:gd name="connsiteY6" fmla="*/ 21272 h 2542095"/>
              <a:gd name="connsiteX7" fmla="*/ 3480180 w 6873343"/>
              <a:gd name="connsiteY7" fmla="*/ 198693 h 2542095"/>
              <a:gd name="connsiteX8" fmla="*/ 4230806 w 6873343"/>
              <a:gd name="connsiteY8" fmla="*/ 1481583 h 2542095"/>
              <a:gd name="connsiteX9" fmla="*/ 4790365 w 6873343"/>
              <a:gd name="connsiteY9" fmla="*/ 2123028 h 2542095"/>
              <a:gd name="connsiteX10" fmla="*/ 5040641 w 6873343"/>
              <a:gd name="connsiteY10" fmla="*/ 2281235 h 2542095"/>
              <a:gd name="connsiteX11" fmla="*/ 5856775 w 6873343"/>
              <a:gd name="connsiteY11" fmla="*/ 2353516 h 2542095"/>
              <a:gd name="connsiteX12" fmla="*/ 6800594 w 6873343"/>
              <a:gd name="connsiteY12" fmla="*/ 2541610 h 2542095"/>
              <a:gd name="connsiteX0" fmla="*/ 0 w 6889481"/>
              <a:gd name="connsiteY0" fmla="*/ 2382335 h 2542361"/>
              <a:gd name="connsiteX1" fmla="*/ 682388 w 6889481"/>
              <a:gd name="connsiteY1" fmla="*/ 2341392 h 2542361"/>
              <a:gd name="connsiteX2" fmla="*/ 1132765 w 6889481"/>
              <a:gd name="connsiteY2" fmla="*/ 2273153 h 2542361"/>
              <a:gd name="connsiteX3" fmla="*/ 1473959 w 6889481"/>
              <a:gd name="connsiteY3" fmla="*/ 2109380 h 2542361"/>
              <a:gd name="connsiteX4" fmla="*/ 1951630 w 6889481"/>
              <a:gd name="connsiteY4" fmla="*/ 1618060 h 2542361"/>
              <a:gd name="connsiteX5" fmla="*/ 2606723 w 6889481"/>
              <a:gd name="connsiteY5" fmla="*/ 376114 h 2542361"/>
              <a:gd name="connsiteX6" fmla="*/ 3029803 w 6889481"/>
              <a:gd name="connsiteY6" fmla="*/ 21272 h 2542361"/>
              <a:gd name="connsiteX7" fmla="*/ 3480180 w 6889481"/>
              <a:gd name="connsiteY7" fmla="*/ 198693 h 2542361"/>
              <a:gd name="connsiteX8" fmla="*/ 4230806 w 6889481"/>
              <a:gd name="connsiteY8" fmla="*/ 1481583 h 2542361"/>
              <a:gd name="connsiteX9" fmla="*/ 4790365 w 6889481"/>
              <a:gd name="connsiteY9" fmla="*/ 2123028 h 2542361"/>
              <a:gd name="connsiteX10" fmla="*/ 5040641 w 6889481"/>
              <a:gd name="connsiteY10" fmla="*/ 2281235 h 2542361"/>
              <a:gd name="connsiteX11" fmla="*/ 6088584 w 6889481"/>
              <a:gd name="connsiteY11" fmla="*/ 2411157 h 2542361"/>
              <a:gd name="connsiteX12" fmla="*/ 6800594 w 6889481"/>
              <a:gd name="connsiteY12" fmla="*/ 2541610 h 2542361"/>
              <a:gd name="connsiteX0" fmla="*/ 0 w 6888104"/>
              <a:gd name="connsiteY0" fmla="*/ 2382335 h 2542435"/>
              <a:gd name="connsiteX1" fmla="*/ 682388 w 6888104"/>
              <a:gd name="connsiteY1" fmla="*/ 2341392 h 2542435"/>
              <a:gd name="connsiteX2" fmla="*/ 1132765 w 6888104"/>
              <a:gd name="connsiteY2" fmla="*/ 2273153 h 2542435"/>
              <a:gd name="connsiteX3" fmla="*/ 1473959 w 6888104"/>
              <a:gd name="connsiteY3" fmla="*/ 2109380 h 2542435"/>
              <a:gd name="connsiteX4" fmla="*/ 1951630 w 6888104"/>
              <a:gd name="connsiteY4" fmla="*/ 1618060 h 2542435"/>
              <a:gd name="connsiteX5" fmla="*/ 2606723 w 6888104"/>
              <a:gd name="connsiteY5" fmla="*/ 376114 h 2542435"/>
              <a:gd name="connsiteX6" fmla="*/ 3029803 w 6888104"/>
              <a:gd name="connsiteY6" fmla="*/ 21272 h 2542435"/>
              <a:gd name="connsiteX7" fmla="*/ 3480180 w 6888104"/>
              <a:gd name="connsiteY7" fmla="*/ 198693 h 2542435"/>
              <a:gd name="connsiteX8" fmla="*/ 4230806 w 6888104"/>
              <a:gd name="connsiteY8" fmla="*/ 1481583 h 2542435"/>
              <a:gd name="connsiteX9" fmla="*/ 4790365 w 6888104"/>
              <a:gd name="connsiteY9" fmla="*/ 2123028 h 2542435"/>
              <a:gd name="connsiteX10" fmla="*/ 5146886 w 6888104"/>
              <a:gd name="connsiteY10" fmla="*/ 2223593 h 2542435"/>
              <a:gd name="connsiteX11" fmla="*/ 6088584 w 6888104"/>
              <a:gd name="connsiteY11" fmla="*/ 2411157 h 2542435"/>
              <a:gd name="connsiteX12" fmla="*/ 6800594 w 6888104"/>
              <a:gd name="connsiteY12" fmla="*/ 2541610 h 2542435"/>
              <a:gd name="connsiteX0" fmla="*/ 0 w 6984692"/>
              <a:gd name="connsiteY0" fmla="*/ 2382335 h 2542435"/>
              <a:gd name="connsiteX1" fmla="*/ 778976 w 6984692"/>
              <a:gd name="connsiteY1" fmla="*/ 2341392 h 2542435"/>
              <a:gd name="connsiteX2" fmla="*/ 1229353 w 6984692"/>
              <a:gd name="connsiteY2" fmla="*/ 2273153 h 2542435"/>
              <a:gd name="connsiteX3" fmla="*/ 1570547 w 6984692"/>
              <a:gd name="connsiteY3" fmla="*/ 2109380 h 2542435"/>
              <a:gd name="connsiteX4" fmla="*/ 2048218 w 6984692"/>
              <a:gd name="connsiteY4" fmla="*/ 1618060 h 2542435"/>
              <a:gd name="connsiteX5" fmla="*/ 2703311 w 6984692"/>
              <a:gd name="connsiteY5" fmla="*/ 376114 h 2542435"/>
              <a:gd name="connsiteX6" fmla="*/ 3126391 w 6984692"/>
              <a:gd name="connsiteY6" fmla="*/ 21272 h 2542435"/>
              <a:gd name="connsiteX7" fmla="*/ 3576768 w 6984692"/>
              <a:gd name="connsiteY7" fmla="*/ 198693 h 2542435"/>
              <a:gd name="connsiteX8" fmla="*/ 4327394 w 6984692"/>
              <a:gd name="connsiteY8" fmla="*/ 1481583 h 2542435"/>
              <a:gd name="connsiteX9" fmla="*/ 4886953 w 6984692"/>
              <a:gd name="connsiteY9" fmla="*/ 2123028 h 2542435"/>
              <a:gd name="connsiteX10" fmla="*/ 5243474 w 6984692"/>
              <a:gd name="connsiteY10" fmla="*/ 2223593 h 2542435"/>
              <a:gd name="connsiteX11" fmla="*/ 6185172 w 6984692"/>
              <a:gd name="connsiteY11" fmla="*/ 2411157 h 2542435"/>
              <a:gd name="connsiteX12" fmla="*/ 6897182 w 6984692"/>
              <a:gd name="connsiteY12" fmla="*/ 2541610 h 2542435"/>
              <a:gd name="connsiteX0" fmla="*/ 0 w 6984692"/>
              <a:gd name="connsiteY0" fmla="*/ 2382335 h 2542435"/>
              <a:gd name="connsiteX1" fmla="*/ 663072 w 6984692"/>
              <a:gd name="connsiteY1" fmla="*/ 2283750 h 2542435"/>
              <a:gd name="connsiteX2" fmla="*/ 1229353 w 6984692"/>
              <a:gd name="connsiteY2" fmla="*/ 2273153 h 2542435"/>
              <a:gd name="connsiteX3" fmla="*/ 1570547 w 6984692"/>
              <a:gd name="connsiteY3" fmla="*/ 2109380 h 2542435"/>
              <a:gd name="connsiteX4" fmla="*/ 2048218 w 6984692"/>
              <a:gd name="connsiteY4" fmla="*/ 1618060 h 2542435"/>
              <a:gd name="connsiteX5" fmla="*/ 2703311 w 6984692"/>
              <a:gd name="connsiteY5" fmla="*/ 376114 h 2542435"/>
              <a:gd name="connsiteX6" fmla="*/ 3126391 w 6984692"/>
              <a:gd name="connsiteY6" fmla="*/ 21272 h 2542435"/>
              <a:gd name="connsiteX7" fmla="*/ 3576768 w 6984692"/>
              <a:gd name="connsiteY7" fmla="*/ 198693 h 2542435"/>
              <a:gd name="connsiteX8" fmla="*/ 4327394 w 6984692"/>
              <a:gd name="connsiteY8" fmla="*/ 1481583 h 2542435"/>
              <a:gd name="connsiteX9" fmla="*/ 4886953 w 6984692"/>
              <a:gd name="connsiteY9" fmla="*/ 2123028 h 2542435"/>
              <a:gd name="connsiteX10" fmla="*/ 5243474 w 6984692"/>
              <a:gd name="connsiteY10" fmla="*/ 2223593 h 2542435"/>
              <a:gd name="connsiteX11" fmla="*/ 6185172 w 6984692"/>
              <a:gd name="connsiteY11" fmla="*/ 2411157 h 2542435"/>
              <a:gd name="connsiteX12" fmla="*/ 6897182 w 6984692"/>
              <a:gd name="connsiteY12" fmla="*/ 2541610 h 2542435"/>
              <a:gd name="connsiteX0" fmla="*/ 0 w 7110255"/>
              <a:gd name="connsiteY0" fmla="*/ 2353514 h 2542435"/>
              <a:gd name="connsiteX1" fmla="*/ 788635 w 7110255"/>
              <a:gd name="connsiteY1" fmla="*/ 2283750 h 2542435"/>
              <a:gd name="connsiteX2" fmla="*/ 1354916 w 7110255"/>
              <a:gd name="connsiteY2" fmla="*/ 2273153 h 2542435"/>
              <a:gd name="connsiteX3" fmla="*/ 1696110 w 7110255"/>
              <a:gd name="connsiteY3" fmla="*/ 2109380 h 2542435"/>
              <a:gd name="connsiteX4" fmla="*/ 2173781 w 7110255"/>
              <a:gd name="connsiteY4" fmla="*/ 1618060 h 2542435"/>
              <a:gd name="connsiteX5" fmla="*/ 2828874 w 7110255"/>
              <a:gd name="connsiteY5" fmla="*/ 376114 h 2542435"/>
              <a:gd name="connsiteX6" fmla="*/ 3251954 w 7110255"/>
              <a:gd name="connsiteY6" fmla="*/ 21272 h 2542435"/>
              <a:gd name="connsiteX7" fmla="*/ 3702331 w 7110255"/>
              <a:gd name="connsiteY7" fmla="*/ 198693 h 2542435"/>
              <a:gd name="connsiteX8" fmla="*/ 4452957 w 7110255"/>
              <a:gd name="connsiteY8" fmla="*/ 1481583 h 2542435"/>
              <a:gd name="connsiteX9" fmla="*/ 5012516 w 7110255"/>
              <a:gd name="connsiteY9" fmla="*/ 2123028 h 2542435"/>
              <a:gd name="connsiteX10" fmla="*/ 5369037 w 7110255"/>
              <a:gd name="connsiteY10" fmla="*/ 2223593 h 2542435"/>
              <a:gd name="connsiteX11" fmla="*/ 6310735 w 7110255"/>
              <a:gd name="connsiteY11" fmla="*/ 2411157 h 2542435"/>
              <a:gd name="connsiteX12" fmla="*/ 7022745 w 7110255"/>
              <a:gd name="connsiteY12" fmla="*/ 2541610 h 2542435"/>
              <a:gd name="connsiteX0" fmla="*/ 0 w 7110255"/>
              <a:gd name="connsiteY0" fmla="*/ 2353514 h 2542435"/>
              <a:gd name="connsiteX1" fmla="*/ 788635 w 7110255"/>
              <a:gd name="connsiteY1" fmla="*/ 2283750 h 2542435"/>
              <a:gd name="connsiteX2" fmla="*/ 1354916 w 7110255"/>
              <a:gd name="connsiteY2" fmla="*/ 2273153 h 2542435"/>
              <a:gd name="connsiteX3" fmla="*/ 1696110 w 7110255"/>
              <a:gd name="connsiteY3" fmla="*/ 2109380 h 2542435"/>
              <a:gd name="connsiteX4" fmla="*/ 2173781 w 7110255"/>
              <a:gd name="connsiteY4" fmla="*/ 1618060 h 2542435"/>
              <a:gd name="connsiteX5" fmla="*/ 2828874 w 7110255"/>
              <a:gd name="connsiteY5" fmla="*/ 376114 h 2542435"/>
              <a:gd name="connsiteX6" fmla="*/ 3251954 w 7110255"/>
              <a:gd name="connsiteY6" fmla="*/ 21272 h 2542435"/>
              <a:gd name="connsiteX7" fmla="*/ 3702331 w 7110255"/>
              <a:gd name="connsiteY7" fmla="*/ 198693 h 2542435"/>
              <a:gd name="connsiteX8" fmla="*/ 4452957 w 7110255"/>
              <a:gd name="connsiteY8" fmla="*/ 1481583 h 2542435"/>
              <a:gd name="connsiteX9" fmla="*/ 5060809 w 7110255"/>
              <a:gd name="connsiteY9" fmla="*/ 2055781 h 2542435"/>
              <a:gd name="connsiteX10" fmla="*/ 5369037 w 7110255"/>
              <a:gd name="connsiteY10" fmla="*/ 2223593 h 2542435"/>
              <a:gd name="connsiteX11" fmla="*/ 6310735 w 7110255"/>
              <a:gd name="connsiteY11" fmla="*/ 2411157 h 2542435"/>
              <a:gd name="connsiteX12" fmla="*/ 7022745 w 7110255"/>
              <a:gd name="connsiteY12" fmla="*/ 2541610 h 2542435"/>
              <a:gd name="connsiteX0" fmla="*/ 0 w 7110255"/>
              <a:gd name="connsiteY0" fmla="*/ 2353514 h 2542435"/>
              <a:gd name="connsiteX1" fmla="*/ 788635 w 7110255"/>
              <a:gd name="connsiteY1" fmla="*/ 2283750 h 2542435"/>
              <a:gd name="connsiteX2" fmla="*/ 1345257 w 7110255"/>
              <a:gd name="connsiteY2" fmla="*/ 2234726 h 2542435"/>
              <a:gd name="connsiteX3" fmla="*/ 1696110 w 7110255"/>
              <a:gd name="connsiteY3" fmla="*/ 2109380 h 2542435"/>
              <a:gd name="connsiteX4" fmla="*/ 2173781 w 7110255"/>
              <a:gd name="connsiteY4" fmla="*/ 1618060 h 2542435"/>
              <a:gd name="connsiteX5" fmla="*/ 2828874 w 7110255"/>
              <a:gd name="connsiteY5" fmla="*/ 376114 h 2542435"/>
              <a:gd name="connsiteX6" fmla="*/ 3251954 w 7110255"/>
              <a:gd name="connsiteY6" fmla="*/ 21272 h 2542435"/>
              <a:gd name="connsiteX7" fmla="*/ 3702331 w 7110255"/>
              <a:gd name="connsiteY7" fmla="*/ 198693 h 2542435"/>
              <a:gd name="connsiteX8" fmla="*/ 4452957 w 7110255"/>
              <a:gd name="connsiteY8" fmla="*/ 1481583 h 2542435"/>
              <a:gd name="connsiteX9" fmla="*/ 5060809 w 7110255"/>
              <a:gd name="connsiteY9" fmla="*/ 2055781 h 2542435"/>
              <a:gd name="connsiteX10" fmla="*/ 5369037 w 7110255"/>
              <a:gd name="connsiteY10" fmla="*/ 2223593 h 2542435"/>
              <a:gd name="connsiteX11" fmla="*/ 6310735 w 7110255"/>
              <a:gd name="connsiteY11" fmla="*/ 2411157 h 2542435"/>
              <a:gd name="connsiteX12" fmla="*/ 7022745 w 7110255"/>
              <a:gd name="connsiteY12" fmla="*/ 2541610 h 2542435"/>
              <a:gd name="connsiteX0" fmla="*/ 0 w 7390357"/>
              <a:gd name="connsiteY0" fmla="*/ 2526437 h 2542435"/>
              <a:gd name="connsiteX1" fmla="*/ 1068737 w 7390357"/>
              <a:gd name="connsiteY1" fmla="*/ 2283750 h 2542435"/>
              <a:gd name="connsiteX2" fmla="*/ 1625359 w 7390357"/>
              <a:gd name="connsiteY2" fmla="*/ 2234726 h 2542435"/>
              <a:gd name="connsiteX3" fmla="*/ 1976212 w 7390357"/>
              <a:gd name="connsiteY3" fmla="*/ 2109380 h 2542435"/>
              <a:gd name="connsiteX4" fmla="*/ 2453883 w 7390357"/>
              <a:gd name="connsiteY4" fmla="*/ 1618060 h 2542435"/>
              <a:gd name="connsiteX5" fmla="*/ 3108976 w 7390357"/>
              <a:gd name="connsiteY5" fmla="*/ 376114 h 2542435"/>
              <a:gd name="connsiteX6" fmla="*/ 3532056 w 7390357"/>
              <a:gd name="connsiteY6" fmla="*/ 21272 h 2542435"/>
              <a:gd name="connsiteX7" fmla="*/ 3982433 w 7390357"/>
              <a:gd name="connsiteY7" fmla="*/ 198693 h 2542435"/>
              <a:gd name="connsiteX8" fmla="*/ 4733059 w 7390357"/>
              <a:gd name="connsiteY8" fmla="*/ 1481583 h 2542435"/>
              <a:gd name="connsiteX9" fmla="*/ 5340911 w 7390357"/>
              <a:gd name="connsiteY9" fmla="*/ 2055781 h 2542435"/>
              <a:gd name="connsiteX10" fmla="*/ 5649139 w 7390357"/>
              <a:gd name="connsiteY10" fmla="*/ 2223593 h 2542435"/>
              <a:gd name="connsiteX11" fmla="*/ 6590837 w 7390357"/>
              <a:gd name="connsiteY11" fmla="*/ 2411157 h 2542435"/>
              <a:gd name="connsiteX12" fmla="*/ 7302847 w 7390357"/>
              <a:gd name="connsiteY12" fmla="*/ 2541610 h 2542435"/>
              <a:gd name="connsiteX0" fmla="*/ 0 w 6891018"/>
              <a:gd name="connsiteY0" fmla="*/ 2526437 h 2647715"/>
              <a:gd name="connsiteX1" fmla="*/ 1068737 w 6891018"/>
              <a:gd name="connsiteY1" fmla="*/ 2283750 h 2647715"/>
              <a:gd name="connsiteX2" fmla="*/ 1625359 w 6891018"/>
              <a:gd name="connsiteY2" fmla="*/ 2234726 h 2647715"/>
              <a:gd name="connsiteX3" fmla="*/ 1976212 w 6891018"/>
              <a:gd name="connsiteY3" fmla="*/ 2109380 h 2647715"/>
              <a:gd name="connsiteX4" fmla="*/ 2453883 w 6891018"/>
              <a:gd name="connsiteY4" fmla="*/ 1618060 h 2647715"/>
              <a:gd name="connsiteX5" fmla="*/ 3108976 w 6891018"/>
              <a:gd name="connsiteY5" fmla="*/ 376114 h 2647715"/>
              <a:gd name="connsiteX6" fmla="*/ 3532056 w 6891018"/>
              <a:gd name="connsiteY6" fmla="*/ 21272 h 2647715"/>
              <a:gd name="connsiteX7" fmla="*/ 3982433 w 6891018"/>
              <a:gd name="connsiteY7" fmla="*/ 198693 h 2647715"/>
              <a:gd name="connsiteX8" fmla="*/ 4733059 w 6891018"/>
              <a:gd name="connsiteY8" fmla="*/ 1481583 h 2647715"/>
              <a:gd name="connsiteX9" fmla="*/ 5340911 w 6891018"/>
              <a:gd name="connsiteY9" fmla="*/ 2055781 h 2647715"/>
              <a:gd name="connsiteX10" fmla="*/ 5649139 w 6891018"/>
              <a:gd name="connsiteY10" fmla="*/ 2223593 h 2647715"/>
              <a:gd name="connsiteX11" fmla="*/ 6590837 w 6891018"/>
              <a:gd name="connsiteY11" fmla="*/ 2411157 h 2647715"/>
              <a:gd name="connsiteX12" fmla="*/ 6732984 w 6891018"/>
              <a:gd name="connsiteY12" fmla="*/ 2647285 h 2647715"/>
              <a:gd name="connsiteX0" fmla="*/ 0 w 6630233"/>
              <a:gd name="connsiteY0" fmla="*/ 2536043 h 2647715"/>
              <a:gd name="connsiteX1" fmla="*/ 807952 w 6630233"/>
              <a:gd name="connsiteY1" fmla="*/ 2283750 h 2647715"/>
              <a:gd name="connsiteX2" fmla="*/ 1364574 w 6630233"/>
              <a:gd name="connsiteY2" fmla="*/ 2234726 h 2647715"/>
              <a:gd name="connsiteX3" fmla="*/ 1715427 w 6630233"/>
              <a:gd name="connsiteY3" fmla="*/ 2109380 h 2647715"/>
              <a:gd name="connsiteX4" fmla="*/ 2193098 w 6630233"/>
              <a:gd name="connsiteY4" fmla="*/ 1618060 h 2647715"/>
              <a:gd name="connsiteX5" fmla="*/ 2848191 w 6630233"/>
              <a:gd name="connsiteY5" fmla="*/ 376114 h 2647715"/>
              <a:gd name="connsiteX6" fmla="*/ 3271271 w 6630233"/>
              <a:gd name="connsiteY6" fmla="*/ 21272 h 2647715"/>
              <a:gd name="connsiteX7" fmla="*/ 3721648 w 6630233"/>
              <a:gd name="connsiteY7" fmla="*/ 198693 h 2647715"/>
              <a:gd name="connsiteX8" fmla="*/ 4472274 w 6630233"/>
              <a:gd name="connsiteY8" fmla="*/ 1481583 h 2647715"/>
              <a:gd name="connsiteX9" fmla="*/ 5080126 w 6630233"/>
              <a:gd name="connsiteY9" fmla="*/ 2055781 h 2647715"/>
              <a:gd name="connsiteX10" fmla="*/ 5388354 w 6630233"/>
              <a:gd name="connsiteY10" fmla="*/ 2223593 h 2647715"/>
              <a:gd name="connsiteX11" fmla="*/ 6330052 w 6630233"/>
              <a:gd name="connsiteY11" fmla="*/ 2411157 h 2647715"/>
              <a:gd name="connsiteX12" fmla="*/ 6472199 w 6630233"/>
              <a:gd name="connsiteY12" fmla="*/ 2647285 h 2647715"/>
              <a:gd name="connsiteX0" fmla="*/ 0 w 6622706"/>
              <a:gd name="connsiteY0" fmla="*/ 2536043 h 2609379"/>
              <a:gd name="connsiteX1" fmla="*/ 807952 w 6622706"/>
              <a:gd name="connsiteY1" fmla="*/ 2283750 h 2609379"/>
              <a:gd name="connsiteX2" fmla="*/ 1364574 w 6622706"/>
              <a:gd name="connsiteY2" fmla="*/ 2234726 h 2609379"/>
              <a:gd name="connsiteX3" fmla="*/ 1715427 w 6622706"/>
              <a:gd name="connsiteY3" fmla="*/ 2109380 h 2609379"/>
              <a:gd name="connsiteX4" fmla="*/ 2193098 w 6622706"/>
              <a:gd name="connsiteY4" fmla="*/ 1618060 h 2609379"/>
              <a:gd name="connsiteX5" fmla="*/ 2848191 w 6622706"/>
              <a:gd name="connsiteY5" fmla="*/ 376114 h 2609379"/>
              <a:gd name="connsiteX6" fmla="*/ 3271271 w 6622706"/>
              <a:gd name="connsiteY6" fmla="*/ 21272 h 2609379"/>
              <a:gd name="connsiteX7" fmla="*/ 3721648 w 6622706"/>
              <a:gd name="connsiteY7" fmla="*/ 198693 h 2609379"/>
              <a:gd name="connsiteX8" fmla="*/ 4472274 w 6622706"/>
              <a:gd name="connsiteY8" fmla="*/ 1481583 h 2609379"/>
              <a:gd name="connsiteX9" fmla="*/ 5080126 w 6622706"/>
              <a:gd name="connsiteY9" fmla="*/ 2055781 h 2609379"/>
              <a:gd name="connsiteX10" fmla="*/ 5388354 w 6622706"/>
              <a:gd name="connsiteY10" fmla="*/ 2223593 h 2609379"/>
              <a:gd name="connsiteX11" fmla="*/ 6330052 w 6622706"/>
              <a:gd name="connsiteY11" fmla="*/ 2411157 h 2609379"/>
              <a:gd name="connsiteX12" fmla="*/ 6462541 w 6622706"/>
              <a:gd name="connsiteY12" fmla="*/ 2608858 h 2609379"/>
              <a:gd name="connsiteX0" fmla="*/ 0 w 6630234"/>
              <a:gd name="connsiteY0" fmla="*/ 2536043 h 2580655"/>
              <a:gd name="connsiteX1" fmla="*/ 807952 w 6630234"/>
              <a:gd name="connsiteY1" fmla="*/ 2283750 h 2580655"/>
              <a:gd name="connsiteX2" fmla="*/ 1364574 w 6630234"/>
              <a:gd name="connsiteY2" fmla="*/ 2234726 h 2580655"/>
              <a:gd name="connsiteX3" fmla="*/ 1715427 w 6630234"/>
              <a:gd name="connsiteY3" fmla="*/ 2109380 h 2580655"/>
              <a:gd name="connsiteX4" fmla="*/ 2193098 w 6630234"/>
              <a:gd name="connsiteY4" fmla="*/ 1618060 h 2580655"/>
              <a:gd name="connsiteX5" fmla="*/ 2848191 w 6630234"/>
              <a:gd name="connsiteY5" fmla="*/ 376114 h 2580655"/>
              <a:gd name="connsiteX6" fmla="*/ 3271271 w 6630234"/>
              <a:gd name="connsiteY6" fmla="*/ 21272 h 2580655"/>
              <a:gd name="connsiteX7" fmla="*/ 3721648 w 6630234"/>
              <a:gd name="connsiteY7" fmla="*/ 198693 h 2580655"/>
              <a:gd name="connsiteX8" fmla="*/ 4472274 w 6630234"/>
              <a:gd name="connsiteY8" fmla="*/ 1481583 h 2580655"/>
              <a:gd name="connsiteX9" fmla="*/ 5080126 w 6630234"/>
              <a:gd name="connsiteY9" fmla="*/ 2055781 h 2580655"/>
              <a:gd name="connsiteX10" fmla="*/ 5388354 w 6630234"/>
              <a:gd name="connsiteY10" fmla="*/ 2223593 h 2580655"/>
              <a:gd name="connsiteX11" fmla="*/ 6330052 w 6630234"/>
              <a:gd name="connsiteY11" fmla="*/ 2411157 h 2580655"/>
              <a:gd name="connsiteX12" fmla="*/ 6472200 w 6630234"/>
              <a:gd name="connsiteY12" fmla="*/ 2580037 h 2580655"/>
              <a:gd name="connsiteX0" fmla="*/ 0 w 6638819"/>
              <a:gd name="connsiteY0" fmla="*/ 2536043 h 2580655"/>
              <a:gd name="connsiteX1" fmla="*/ 807952 w 6638819"/>
              <a:gd name="connsiteY1" fmla="*/ 2283750 h 2580655"/>
              <a:gd name="connsiteX2" fmla="*/ 1364574 w 6638819"/>
              <a:gd name="connsiteY2" fmla="*/ 2234726 h 2580655"/>
              <a:gd name="connsiteX3" fmla="*/ 1715427 w 6638819"/>
              <a:gd name="connsiteY3" fmla="*/ 2109380 h 2580655"/>
              <a:gd name="connsiteX4" fmla="*/ 2193098 w 6638819"/>
              <a:gd name="connsiteY4" fmla="*/ 1618060 h 2580655"/>
              <a:gd name="connsiteX5" fmla="*/ 2848191 w 6638819"/>
              <a:gd name="connsiteY5" fmla="*/ 376114 h 2580655"/>
              <a:gd name="connsiteX6" fmla="*/ 3271271 w 6638819"/>
              <a:gd name="connsiteY6" fmla="*/ 21272 h 2580655"/>
              <a:gd name="connsiteX7" fmla="*/ 3721648 w 6638819"/>
              <a:gd name="connsiteY7" fmla="*/ 198693 h 2580655"/>
              <a:gd name="connsiteX8" fmla="*/ 4472274 w 6638819"/>
              <a:gd name="connsiteY8" fmla="*/ 1481583 h 2580655"/>
              <a:gd name="connsiteX9" fmla="*/ 5080126 w 6638819"/>
              <a:gd name="connsiteY9" fmla="*/ 2055781 h 2580655"/>
              <a:gd name="connsiteX10" fmla="*/ 5388354 w 6638819"/>
              <a:gd name="connsiteY10" fmla="*/ 2223593 h 2580655"/>
              <a:gd name="connsiteX11" fmla="*/ 6330052 w 6638819"/>
              <a:gd name="connsiteY11" fmla="*/ 2411157 h 2580655"/>
              <a:gd name="connsiteX12" fmla="*/ 6472200 w 6638819"/>
              <a:gd name="connsiteY12" fmla="*/ 2580037 h 2580655"/>
              <a:gd name="connsiteX0" fmla="*/ 0 w 6765097"/>
              <a:gd name="connsiteY0" fmla="*/ 2536043 h 2536043"/>
              <a:gd name="connsiteX1" fmla="*/ 807952 w 6765097"/>
              <a:gd name="connsiteY1" fmla="*/ 2283750 h 2536043"/>
              <a:gd name="connsiteX2" fmla="*/ 1364574 w 6765097"/>
              <a:gd name="connsiteY2" fmla="*/ 2234726 h 2536043"/>
              <a:gd name="connsiteX3" fmla="*/ 1715427 w 6765097"/>
              <a:gd name="connsiteY3" fmla="*/ 2109380 h 2536043"/>
              <a:gd name="connsiteX4" fmla="*/ 2193098 w 6765097"/>
              <a:gd name="connsiteY4" fmla="*/ 1618060 h 2536043"/>
              <a:gd name="connsiteX5" fmla="*/ 2848191 w 6765097"/>
              <a:gd name="connsiteY5" fmla="*/ 376114 h 2536043"/>
              <a:gd name="connsiteX6" fmla="*/ 3271271 w 6765097"/>
              <a:gd name="connsiteY6" fmla="*/ 21272 h 2536043"/>
              <a:gd name="connsiteX7" fmla="*/ 3721648 w 6765097"/>
              <a:gd name="connsiteY7" fmla="*/ 198693 h 2536043"/>
              <a:gd name="connsiteX8" fmla="*/ 4472274 w 6765097"/>
              <a:gd name="connsiteY8" fmla="*/ 1481583 h 2536043"/>
              <a:gd name="connsiteX9" fmla="*/ 5080126 w 6765097"/>
              <a:gd name="connsiteY9" fmla="*/ 2055781 h 2536043"/>
              <a:gd name="connsiteX10" fmla="*/ 5388354 w 6765097"/>
              <a:gd name="connsiteY10" fmla="*/ 2223593 h 2536043"/>
              <a:gd name="connsiteX11" fmla="*/ 6330052 w 6765097"/>
              <a:gd name="connsiteY11" fmla="*/ 2411157 h 2536043"/>
              <a:gd name="connsiteX12" fmla="*/ 6626739 w 6765097"/>
              <a:gd name="connsiteY12" fmla="*/ 2532003 h 2536043"/>
              <a:gd name="connsiteX0" fmla="*/ 0 w 6727811"/>
              <a:gd name="connsiteY0" fmla="*/ 2536043 h 2573427"/>
              <a:gd name="connsiteX1" fmla="*/ 807952 w 6727811"/>
              <a:gd name="connsiteY1" fmla="*/ 2283750 h 2573427"/>
              <a:gd name="connsiteX2" fmla="*/ 1364574 w 6727811"/>
              <a:gd name="connsiteY2" fmla="*/ 2234726 h 2573427"/>
              <a:gd name="connsiteX3" fmla="*/ 1715427 w 6727811"/>
              <a:gd name="connsiteY3" fmla="*/ 2109380 h 2573427"/>
              <a:gd name="connsiteX4" fmla="*/ 2193098 w 6727811"/>
              <a:gd name="connsiteY4" fmla="*/ 1618060 h 2573427"/>
              <a:gd name="connsiteX5" fmla="*/ 2848191 w 6727811"/>
              <a:gd name="connsiteY5" fmla="*/ 376114 h 2573427"/>
              <a:gd name="connsiteX6" fmla="*/ 3271271 w 6727811"/>
              <a:gd name="connsiteY6" fmla="*/ 21272 h 2573427"/>
              <a:gd name="connsiteX7" fmla="*/ 3721648 w 6727811"/>
              <a:gd name="connsiteY7" fmla="*/ 198693 h 2573427"/>
              <a:gd name="connsiteX8" fmla="*/ 4472274 w 6727811"/>
              <a:gd name="connsiteY8" fmla="*/ 1481583 h 2573427"/>
              <a:gd name="connsiteX9" fmla="*/ 5080126 w 6727811"/>
              <a:gd name="connsiteY9" fmla="*/ 2055781 h 2573427"/>
              <a:gd name="connsiteX10" fmla="*/ 5388354 w 6727811"/>
              <a:gd name="connsiteY10" fmla="*/ 2223593 h 2573427"/>
              <a:gd name="connsiteX11" fmla="*/ 6330052 w 6727811"/>
              <a:gd name="connsiteY11" fmla="*/ 2411157 h 2573427"/>
              <a:gd name="connsiteX12" fmla="*/ 6626739 w 6727811"/>
              <a:gd name="connsiteY12" fmla="*/ 2532003 h 2573427"/>
              <a:gd name="connsiteX0" fmla="*/ 0 w 6731925"/>
              <a:gd name="connsiteY0" fmla="*/ 2536043 h 2537379"/>
              <a:gd name="connsiteX1" fmla="*/ 807952 w 6731925"/>
              <a:gd name="connsiteY1" fmla="*/ 2283750 h 2537379"/>
              <a:gd name="connsiteX2" fmla="*/ 1364574 w 6731925"/>
              <a:gd name="connsiteY2" fmla="*/ 2234726 h 2537379"/>
              <a:gd name="connsiteX3" fmla="*/ 1715427 w 6731925"/>
              <a:gd name="connsiteY3" fmla="*/ 2109380 h 2537379"/>
              <a:gd name="connsiteX4" fmla="*/ 2193098 w 6731925"/>
              <a:gd name="connsiteY4" fmla="*/ 1618060 h 2537379"/>
              <a:gd name="connsiteX5" fmla="*/ 2848191 w 6731925"/>
              <a:gd name="connsiteY5" fmla="*/ 376114 h 2537379"/>
              <a:gd name="connsiteX6" fmla="*/ 3271271 w 6731925"/>
              <a:gd name="connsiteY6" fmla="*/ 21272 h 2537379"/>
              <a:gd name="connsiteX7" fmla="*/ 3721648 w 6731925"/>
              <a:gd name="connsiteY7" fmla="*/ 198693 h 2537379"/>
              <a:gd name="connsiteX8" fmla="*/ 4472274 w 6731925"/>
              <a:gd name="connsiteY8" fmla="*/ 1481583 h 2537379"/>
              <a:gd name="connsiteX9" fmla="*/ 5080126 w 6731925"/>
              <a:gd name="connsiteY9" fmla="*/ 2055781 h 2537379"/>
              <a:gd name="connsiteX10" fmla="*/ 5388354 w 6731925"/>
              <a:gd name="connsiteY10" fmla="*/ 2223593 h 2537379"/>
              <a:gd name="connsiteX11" fmla="*/ 6330052 w 6731925"/>
              <a:gd name="connsiteY11" fmla="*/ 2411157 h 2537379"/>
              <a:gd name="connsiteX12" fmla="*/ 6626739 w 6731925"/>
              <a:gd name="connsiteY12" fmla="*/ 2532003 h 2537379"/>
              <a:gd name="connsiteX0" fmla="*/ 0 w 6956352"/>
              <a:gd name="connsiteY0" fmla="*/ 2536043 h 2574692"/>
              <a:gd name="connsiteX1" fmla="*/ 807952 w 6956352"/>
              <a:gd name="connsiteY1" fmla="*/ 2283750 h 2574692"/>
              <a:gd name="connsiteX2" fmla="*/ 1364574 w 6956352"/>
              <a:gd name="connsiteY2" fmla="*/ 2234726 h 2574692"/>
              <a:gd name="connsiteX3" fmla="*/ 1715427 w 6956352"/>
              <a:gd name="connsiteY3" fmla="*/ 2109380 h 2574692"/>
              <a:gd name="connsiteX4" fmla="*/ 2193098 w 6956352"/>
              <a:gd name="connsiteY4" fmla="*/ 1618060 h 2574692"/>
              <a:gd name="connsiteX5" fmla="*/ 2848191 w 6956352"/>
              <a:gd name="connsiteY5" fmla="*/ 376114 h 2574692"/>
              <a:gd name="connsiteX6" fmla="*/ 3271271 w 6956352"/>
              <a:gd name="connsiteY6" fmla="*/ 21272 h 2574692"/>
              <a:gd name="connsiteX7" fmla="*/ 3721648 w 6956352"/>
              <a:gd name="connsiteY7" fmla="*/ 198693 h 2574692"/>
              <a:gd name="connsiteX8" fmla="*/ 4472274 w 6956352"/>
              <a:gd name="connsiteY8" fmla="*/ 1481583 h 2574692"/>
              <a:gd name="connsiteX9" fmla="*/ 5080126 w 6956352"/>
              <a:gd name="connsiteY9" fmla="*/ 2055781 h 2574692"/>
              <a:gd name="connsiteX10" fmla="*/ 5388354 w 6956352"/>
              <a:gd name="connsiteY10" fmla="*/ 2223593 h 2574692"/>
              <a:gd name="connsiteX11" fmla="*/ 6330052 w 6956352"/>
              <a:gd name="connsiteY11" fmla="*/ 2411157 h 2574692"/>
              <a:gd name="connsiteX12" fmla="*/ 6877865 w 6956352"/>
              <a:gd name="connsiteY12" fmla="*/ 2570431 h 2574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956352" h="2574692">
                <a:moveTo>
                  <a:pt x="0" y="2536043"/>
                </a:moveTo>
                <a:cubicBezTo>
                  <a:pt x="246797" y="2524670"/>
                  <a:pt x="580523" y="2333970"/>
                  <a:pt x="807952" y="2283750"/>
                </a:cubicBezTo>
                <a:cubicBezTo>
                  <a:pt x="1035381" y="2233531"/>
                  <a:pt x="1213328" y="2263788"/>
                  <a:pt x="1364574" y="2234726"/>
                </a:cubicBezTo>
                <a:cubicBezTo>
                  <a:pt x="1515820" y="2205664"/>
                  <a:pt x="1577340" y="2212158"/>
                  <a:pt x="1715427" y="2109380"/>
                </a:cubicBezTo>
                <a:cubicBezTo>
                  <a:pt x="1853514" y="2006602"/>
                  <a:pt x="2004304" y="1906938"/>
                  <a:pt x="2193098" y="1618060"/>
                </a:cubicBezTo>
                <a:cubicBezTo>
                  <a:pt x="2381892" y="1329182"/>
                  <a:pt x="2668496" y="642245"/>
                  <a:pt x="2848191" y="376114"/>
                </a:cubicBezTo>
                <a:cubicBezTo>
                  <a:pt x="3027887" y="109983"/>
                  <a:pt x="3125695" y="50842"/>
                  <a:pt x="3271271" y="21272"/>
                </a:cubicBezTo>
                <a:cubicBezTo>
                  <a:pt x="3416847" y="-8298"/>
                  <a:pt x="3521481" y="-44692"/>
                  <a:pt x="3721648" y="198693"/>
                </a:cubicBezTo>
                <a:cubicBezTo>
                  <a:pt x="3921815" y="442078"/>
                  <a:pt x="4245861" y="1172068"/>
                  <a:pt x="4472274" y="1481583"/>
                </a:cubicBezTo>
                <a:cubicBezTo>
                  <a:pt x="4698687" y="1791098"/>
                  <a:pt x="4927446" y="1932113"/>
                  <a:pt x="5080126" y="2055781"/>
                </a:cubicBezTo>
                <a:cubicBezTo>
                  <a:pt x="5232806" y="2179449"/>
                  <a:pt x="5180033" y="2164364"/>
                  <a:pt x="5388354" y="2223593"/>
                </a:cubicBezTo>
                <a:cubicBezTo>
                  <a:pt x="5596675" y="2282822"/>
                  <a:pt x="6081800" y="2353351"/>
                  <a:pt x="6330052" y="2411157"/>
                </a:cubicBezTo>
                <a:cubicBezTo>
                  <a:pt x="6578304" y="2468963"/>
                  <a:pt x="7168053" y="2599898"/>
                  <a:pt x="6877865" y="2570431"/>
                </a:cubicBez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solidFill>
              <a:srgbClr val="0070C0"/>
            </a:solidFill>
          </a:ln>
          <a:effectLst>
            <a:reflection blurRad="203200" stA="0" endPos="65000" dist="508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5" name="Chart 24"/>
          <p:cNvGraphicFramePr/>
          <p:nvPr>
            <p:extLst>
              <p:ext uri="{D42A27DB-BD31-4B8C-83A1-F6EECF244321}">
                <p14:modId xmlns:p14="http://schemas.microsoft.com/office/powerpoint/2010/main" val="386492165"/>
              </p:ext>
            </p:extLst>
          </p:nvPr>
        </p:nvGraphicFramePr>
        <p:xfrm>
          <a:off x="102872" y="251901"/>
          <a:ext cx="11271372" cy="55756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7" name="Freeform 26"/>
          <p:cNvSpPr/>
          <p:nvPr/>
        </p:nvSpPr>
        <p:spPr>
          <a:xfrm>
            <a:off x="5066506" y="3088889"/>
            <a:ext cx="6088283" cy="2498132"/>
          </a:xfrm>
          <a:custGeom>
            <a:avLst/>
            <a:gdLst>
              <a:gd name="connsiteX0" fmla="*/ 0 w 6875362"/>
              <a:gd name="connsiteY0" fmla="*/ 3450164 h 3463483"/>
              <a:gd name="connsiteX1" fmla="*/ 544011 w 6875362"/>
              <a:gd name="connsiteY1" fmla="*/ 3450164 h 3463483"/>
              <a:gd name="connsiteX2" fmla="*/ 1111170 w 6875362"/>
              <a:gd name="connsiteY2" fmla="*/ 3392290 h 3463483"/>
              <a:gd name="connsiteX3" fmla="*/ 1423686 w 6875362"/>
              <a:gd name="connsiteY3" fmla="*/ 3195521 h 3463483"/>
              <a:gd name="connsiteX4" fmla="*/ 1655180 w 6875362"/>
              <a:gd name="connsiteY4" fmla="*/ 3033475 h 3463483"/>
              <a:gd name="connsiteX5" fmla="*/ 2013995 w 6875362"/>
              <a:gd name="connsiteY5" fmla="*/ 2582063 h 3463483"/>
              <a:gd name="connsiteX6" fmla="*/ 2893671 w 6875362"/>
              <a:gd name="connsiteY6" fmla="*/ 730113 h 3463483"/>
              <a:gd name="connsiteX7" fmla="*/ 3264061 w 6875362"/>
              <a:gd name="connsiteY7" fmla="*/ 116655 h 3463483"/>
              <a:gd name="connsiteX8" fmla="*/ 3599727 w 6875362"/>
              <a:gd name="connsiteY8" fmla="*/ 35632 h 3463483"/>
              <a:gd name="connsiteX9" fmla="*/ 3993266 w 6875362"/>
              <a:gd name="connsiteY9" fmla="*/ 533344 h 3463483"/>
              <a:gd name="connsiteX10" fmla="*/ 4352081 w 6875362"/>
              <a:gd name="connsiteY10" fmla="*/ 1366721 h 3463483"/>
              <a:gd name="connsiteX11" fmla="*/ 4780345 w 6875362"/>
              <a:gd name="connsiteY11" fmla="*/ 2304270 h 3463483"/>
              <a:gd name="connsiteX12" fmla="*/ 5197033 w 6875362"/>
              <a:gd name="connsiteY12" fmla="*/ 2987176 h 3463483"/>
              <a:gd name="connsiteX13" fmla="*/ 5590573 w 6875362"/>
              <a:gd name="connsiteY13" fmla="*/ 3288118 h 3463483"/>
              <a:gd name="connsiteX14" fmla="*/ 6180881 w 6875362"/>
              <a:gd name="connsiteY14" fmla="*/ 3438589 h 3463483"/>
              <a:gd name="connsiteX15" fmla="*/ 6875362 w 6875362"/>
              <a:gd name="connsiteY15" fmla="*/ 3461738 h 3463483"/>
              <a:gd name="connsiteX0" fmla="*/ 0 w 6875362"/>
              <a:gd name="connsiteY0" fmla="*/ 3450164 h 3463483"/>
              <a:gd name="connsiteX1" fmla="*/ 544011 w 6875362"/>
              <a:gd name="connsiteY1" fmla="*/ 3450164 h 3463483"/>
              <a:gd name="connsiteX2" fmla="*/ 1111170 w 6875362"/>
              <a:gd name="connsiteY2" fmla="*/ 3392290 h 3463483"/>
              <a:gd name="connsiteX3" fmla="*/ 1423686 w 6875362"/>
              <a:gd name="connsiteY3" fmla="*/ 3195521 h 3463483"/>
              <a:gd name="connsiteX4" fmla="*/ 1655180 w 6875362"/>
              <a:gd name="connsiteY4" fmla="*/ 3033475 h 3463483"/>
              <a:gd name="connsiteX5" fmla="*/ 2013995 w 6875362"/>
              <a:gd name="connsiteY5" fmla="*/ 2582063 h 3463483"/>
              <a:gd name="connsiteX6" fmla="*/ 2893671 w 6875362"/>
              <a:gd name="connsiteY6" fmla="*/ 730113 h 3463483"/>
              <a:gd name="connsiteX7" fmla="*/ 3264061 w 6875362"/>
              <a:gd name="connsiteY7" fmla="*/ 116655 h 3463483"/>
              <a:gd name="connsiteX8" fmla="*/ 3599727 w 6875362"/>
              <a:gd name="connsiteY8" fmla="*/ 35632 h 3463483"/>
              <a:gd name="connsiteX9" fmla="*/ 3993266 w 6875362"/>
              <a:gd name="connsiteY9" fmla="*/ 533344 h 3463483"/>
              <a:gd name="connsiteX10" fmla="*/ 4583575 w 6875362"/>
              <a:gd name="connsiteY10" fmla="*/ 3230245 h 3463483"/>
              <a:gd name="connsiteX11" fmla="*/ 4780345 w 6875362"/>
              <a:gd name="connsiteY11" fmla="*/ 2304270 h 3463483"/>
              <a:gd name="connsiteX12" fmla="*/ 5197033 w 6875362"/>
              <a:gd name="connsiteY12" fmla="*/ 2987176 h 3463483"/>
              <a:gd name="connsiteX13" fmla="*/ 5590573 w 6875362"/>
              <a:gd name="connsiteY13" fmla="*/ 3288118 h 3463483"/>
              <a:gd name="connsiteX14" fmla="*/ 6180881 w 6875362"/>
              <a:gd name="connsiteY14" fmla="*/ 3438589 h 3463483"/>
              <a:gd name="connsiteX15" fmla="*/ 6875362 w 6875362"/>
              <a:gd name="connsiteY15" fmla="*/ 3461738 h 3463483"/>
              <a:gd name="connsiteX0" fmla="*/ 0 w 6875362"/>
              <a:gd name="connsiteY0" fmla="*/ 3450164 h 3463483"/>
              <a:gd name="connsiteX1" fmla="*/ 544011 w 6875362"/>
              <a:gd name="connsiteY1" fmla="*/ 3450164 h 3463483"/>
              <a:gd name="connsiteX2" fmla="*/ 1111170 w 6875362"/>
              <a:gd name="connsiteY2" fmla="*/ 3392290 h 3463483"/>
              <a:gd name="connsiteX3" fmla="*/ 1423686 w 6875362"/>
              <a:gd name="connsiteY3" fmla="*/ 3195521 h 3463483"/>
              <a:gd name="connsiteX4" fmla="*/ 1655180 w 6875362"/>
              <a:gd name="connsiteY4" fmla="*/ 3033475 h 3463483"/>
              <a:gd name="connsiteX5" fmla="*/ 2013995 w 6875362"/>
              <a:gd name="connsiteY5" fmla="*/ 2582063 h 3463483"/>
              <a:gd name="connsiteX6" fmla="*/ 2893671 w 6875362"/>
              <a:gd name="connsiteY6" fmla="*/ 730113 h 3463483"/>
              <a:gd name="connsiteX7" fmla="*/ 3264061 w 6875362"/>
              <a:gd name="connsiteY7" fmla="*/ 116655 h 3463483"/>
              <a:gd name="connsiteX8" fmla="*/ 3599727 w 6875362"/>
              <a:gd name="connsiteY8" fmla="*/ 35632 h 3463483"/>
              <a:gd name="connsiteX9" fmla="*/ 3993266 w 6875362"/>
              <a:gd name="connsiteY9" fmla="*/ 533344 h 3463483"/>
              <a:gd name="connsiteX10" fmla="*/ 4930815 w 6875362"/>
              <a:gd name="connsiteY10" fmla="*/ 1910731 h 3463483"/>
              <a:gd name="connsiteX11" fmla="*/ 4780345 w 6875362"/>
              <a:gd name="connsiteY11" fmla="*/ 2304270 h 3463483"/>
              <a:gd name="connsiteX12" fmla="*/ 5197033 w 6875362"/>
              <a:gd name="connsiteY12" fmla="*/ 2987176 h 3463483"/>
              <a:gd name="connsiteX13" fmla="*/ 5590573 w 6875362"/>
              <a:gd name="connsiteY13" fmla="*/ 3288118 h 3463483"/>
              <a:gd name="connsiteX14" fmla="*/ 6180881 w 6875362"/>
              <a:gd name="connsiteY14" fmla="*/ 3438589 h 3463483"/>
              <a:gd name="connsiteX15" fmla="*/ 6875362 w 6875362"/>
              <a:gd name="connsiteY15" fmla="*/ 3461738 h 3463483"/>
              <a:gd name="connsiteX0" fmla="*/ 0 w 6875362"/>
              <a:gd name="connsiteY0" fmla="*/ 3450164 h 3463483"/>
              <a:gd name="connsiteX1" fmla="*/ 544011 w 6875362"/>
              <a:gd name="connsiteY1" fmla="*/ 3450164 h 3463483"/>
              <a:gd name="connsiteX2" fmla="*/ 1111170 w 6875362"/>
              <a:gd name="connsiteY2" fmla="*/ 3392290 h 3463483"/>
              <a:gd name="connsiteX3" fmla="*/ 1423686 w 6875362"/>
              <a:gd name="connsiteY3" fmla="*/ 3195521 h 3463483"/>
              <a:gd name="connsiteX4" fmla="*/ 1655180 w 6875362"/>
              <a:gd name="connsiteY4" fmla="*/ 3033475 h 3463483"/>
              <a:gd name="connsiteX5" fmla="*/ 2013995 w 6875362"/>
              <a:gd name="connsiteY5" fmla="*/ 2582063 h 3463483"/>
              <a:gd name="connsiteX6" fmla="*/ 2893671 w 6875362"/>
              <a:gd name="connsiteY6" fmla="*/ 730113 h 3463483"/>
              <a:gd name="connsiteX7" fmla="*/ 3264061 w 6875362"/>
              <a:gd name="connsiteY7" fmla="*/ 116655 h 3463483"/>
              <a:gd name="connsiteX8" fmla="*/ 3599727 w 6875362"/>
              <a:gd name="connsiteY8" fmla="*/ 35632 h 3463483"/>
              <a:gd name="connsiteX9" fmla="*/ 3993266 w 6875362"/>
              <a:gd name="connsiteY9" fmla="*/ 533344 h 3463483"/>
              <a:gd name="connsiteX10" fmla="*/ 4930815 w 6875362"/>
              <a:gd name="connsiteY10" fmla="*/ 1910731 h 3463483"/>
              <a:gd name="connsiteX11" fmla="*/ 5081287 w 6875362"/>
              <a:gd name="connsiteY11" fmla="*/ 2327419 h 3463483"/>
              <a:gd name="connsiteX12" fmla="*/ 5197033 w 6875362"/>
              <a:gd name="connsiteY12" fmla="*/ 2987176 h 3463483"/>
              <a:gd name="connsiteX13" fmla="*/ 5590573 w 6875362"/>
              <a:gd name="connsiteY13" fmla="*/ 3288118 h 3463483"/>
              <a:gd name="connsiteX14" fmla="*/ 6180881 w 6875362"/>
              <a:gd name="connsiteY14" fmla="*/ 3438589 h 3463483"/>
              <a:gd name="connsiteX15" fmla="*/ 6875362 w 6875362"/>
              <a:gd name="connsiteY15" fmla="*/ 3461738 h 3463483"/>
              <a:gd name="connsiteX0" fmla="*/ 0 w 6875362"/>
              <a:gd name="connsiteY0" fmla="*/ 3450164 h 3463483"/>
              <a:gd name="connsiteX1" fmla="*/ 544011 w 6875362"/>
              <a:gd name="connsiteY1" fmla="*/ 3450164 h 3463483"/>
              <a:gd name="connsiteX2" fmla="*/ 1111170 w 6875362"/>
              <a:gd name="connsiteY2" fmla="*/ 3392290 h 3463483"/>
              <a:gd name="connsiteX3" fmla="*/ 1423686 w 6875362"/>
              <a:gd name="connsiteY3" fmla="*/ 3195521 h 3463483"/>
              <a:gd name="connsiteX4" fmla="*/ 1655180 w 6875362"/>
              <a:gd name="connsiteY4" fmla="*/ 3033475 h 3463483"/>
              <a:gd name="connsiteX5" fmla="*/ 2013995 w 6875362"/>
              <a:gd name="connsiteY5" fmla="*/ 2582063 h 3463483"/>
              <a:gd name="connsiteX6" fmla="*/ 2893671 w 6875362"/>
              <a:gd name="connsiteY6" fmla="*/ 730113 h 3463483"/>
              <a:gd name="connsiteX7" fmla="*/ 3264061 w 6875362"/>
              <a:gd name="connsiteY7" fmla="*/ 116655 h 3463483"/>
              <a:gd name="connsiteX8" fmla="*/ 3599727 w 6875362"/>
              <a:gd name="connsiteY8" fmla="*/ 35632 h 3463483"/>
              <a:gd name="connsiteX9" fmla="*/ 3993266 w 6875362"/>
              <a:gd name="connsiteY9" fmla="*/ 533344 h 3463483"/>
              <a:gd name="connsiteX10" fmla="*/ 4930815 w 6875362"/>
              <a:gd name="connsiteY10" fmla="*/ 1910731 h 3463483"/>
              <a:gd name="connsiteX11" fmla="*/ 5081287 w 6875362"/>
              <a:gd name="connsiteY11" fmla="*/ 2327419 h 3463483"/>
              <a:gd name="connsiteX12" fmla="*/ 5497975 w 6875362"/>
              <a:gd name="connsiteY12" fmla="*/ 2940878 h 3463483"/>
              <a:gd name="connsiteX13" fmla="*/ 5590573 w 6875362"/>
              <a:gd name="connsiteY13" fmla="*/ 3288118 h 3463483"/>
              <a:gd name="connsiteX14" fmla="*/ 6180881 w 6875362"/>
              <a:gd name="connsiteY14" fmla="*/ 3438589 h 3463483"/>
              <a:gd name="connsiteX15" fmla="*/ 6875362 w 6875362"/>
              <a:gd name="connsiteY15" fmla="*/ 3461738 h 3463483"/>
              <a:gd name="connsiteX0" fmla="*/ 0 w 6875362"/>
              <a:gd name="connsiteY0" fmla="*/ 3450164 h 3465399"/>
              <a:gd name="connsiteX1" fmla="*/ 544011 w 6875362"/>
              <a:gd name="connsiteY1" fmla="*/ 3450164 h 3465399"/>
              <a:gd name="connsiteX2" fmla="*/ 1111170 w 6875362"/>
              <a:gd name="connsiteY2" fmla="*/ 3392290 h 3465399"/>
              <a:gd name="connsiteX3" fmla="*/ 1423686 w 6875362"/>
              <a:gd name="connsiteY3" fmla="*/ 3195521 h 3465399"/>
              <a:gd name="connsiteX4" fmla="*/ 1655180 w 6875362"/>
              <a:gd name="connsiteY4" fmla="*/ 3033475 h 3465399"/>
              <a:gd name="connsiteX5" fmla="*/ 2013995 w 6875362"/>
              <a:gd name="connsiteY5" fmla="*/ 2582063 h 3465399"/>
              <a:gd name="connsiteX6" fmla="*/ 2893671 w 6875362"/>
              <a:gd name="connsiteY6" fmla="*/ 730113 h 3465399"/>
              <a:gd name="connsiteX7" fmla="*/ 3264061 w 6875362"/>
              <a:gd name="connsiteY7" fmla="*/ 116655 h 3465399"/>
              <a:gd name="connsiteX8" fmla="*/ 3599727 w 6875362"/>
              <a:gd name="connsiteY8" fmla="*/ 35632 h 3465399"/>
              <a:gd name="connsiteX9" fmla="*/ 3993266 w 6875362"/>
              <a:gd name="connsiteY9" fmla="*/ 533344 h 3465399"/>
              <a:gd name="connsiteX10" fmla="*/ 4930815 w 6875362"/>
              <a:gd name="connsiteY10" fmla="*/ 1910731 h 3465399"/>
              <a:gd name="connsiteX11" fmla="*/ 5081287 w 6875362"/>
              <a:gd name="connsiteY11" fmla="*/ 2327419 h 3465399"/>
              <a:gd name="connsiteX12" fmla="*/ 5497975 w 6875362"/>
              <a:gd name="connsiteY12" fmla="*/ 2940878 h 3465399"/>
              <a:gd name="connsiteX13" fmla="*/ 5891514 w 6875362"/>
              <a:gd name="connsiteY13" fmla="*/ 3241820 h 3465399"/>
              <a:gd name="connsiteX14" fmla="*/ 6180881 w 6875362"/>
              <a:gd name="connsiteY14" fmla="*/ 3438589 h 3465399"/>
              <a:gd name="connsiteX15" fmla="*/ 6875362 w 6875362"/>
              <a:gd name="connsiteY15" fmla="*/ 3461738 h 3465399"/>
              <a:gd name="connsiteX0" fmla="*/ 0 w 6875362"/>
              <a:gd name="connsiteY0" fmla="*/ 3450164 h 3465399"/>
              <a:gd name="connsiteX1" fmla="*/ 544011 w 6875362"/>
              <a:gd name="connsiteY1" fmla="*/ 3450164 h 3465399"/>
              <a:gd name="connsiteX2" fmla="*/ 1111170 w 6875362"/>
              <a:gd name="connsiteY2" fmla="*/ 3392290 h 3465399"/>
              <a:gd name="connsiteX3" fmla="*/ 1423686 w 6875362"/>
              <a:gd name="connsiteY3" fmla="*/ 3195521 h 3465399"/>
              <a:gd name="connsiteX4" fmla="*/ 1655180 w 6875362"/>
              <a:gd name="connsiteY4" fmla="*/ 3033475 h 3465399"/>
              <a:gd name="connsiteX5" fmla="*/ 2013995 w 6875362"/>
              <a:gd name="connsiteY5" fmla="*/ 2582063 h 3465399"/>
              <a:gd name="connsiteX6" fmla="*/ 2893671 w 6875362"/>
              <a:gd name="connsiteY6" fmla="*/ 730113 h 3465399"/>
              <a:gd name="connsiteX7" fmla="*/ 3264061 w 6875362"/>
              <a:gd name="connsiteY7" fmla="*/ 116655 h 3465399"/>
              <a:gd name="connsiteX8" fmla="*/ 3599727 w 6875362"/>
              <a:gd name="connsiteY8" fmla="*/ 35632 h 3465399"/>
              <a:gd name="connsiteX9" fmla="*/ 3993266 w 6875362"/>
              <a:gd name="connsiteY9" fmla="*/ 533344 h 3465399"/>
              <a:gd name="connsiteX10" fmla="*/ 4930815 w 6875362"/>
              <a:gd name="connsiteY10" fmla="*/ 1910731 h 3465399"/>
              <a:gd name="connsiteX11" fmla="*/ 5197034 w 6875362"/>
              <a:gd name="connsiteY11" fmla="*/ 2373718 h 3465399"/>
              <a:gd name="connsiteX12" fmla="*/ 5497975 w 6875362"/>
              <a:gd name="connsiteY12" fmla="*/ 2940878 h 3465399"/>
              <a:gd name="connsiteX13" fmla="*/ 5891514 w 6875362"/>
              <a:gd name="connsiteY13" fmla="*/ 3241820 h 3465399"/>
              <a:gd name="connsiteX14" fmla="*/ 6180881 w 6875362"/>
              <a:gd name="connsiteY14" fmla="*/ 3438589 h 3465399"/>
              <a:gd name="connsiteX15" fmla="*/ 6875362 w 6875362"/>
              <a:gd name="connsiteY15" fmla="*/ 3461738 h 3465399"/>
              <a:gd name="connsiteX0" fmla="*/ 0 w 6875362"/>
              <a:gd name="connsiteY0" fmla="*/ 3348128 h 3363363"/>
              <a:gd name="connsiteX1" fmla="*/ 544011 w 6875362"/>
              <a:gd name="connsiteY1" fmla="*/ 3348128 h 3363363"/>
              <a:gd name="connsiteX2" fmla="*/ 1111170 w 6875362"/>
              <a:gd name="connsiteY2" fmla="*/ 3290254 h 3363363"/>
              <a:gd name="connsiteX3" fmla="*/ 1423686 w 6875362"/>
              <a:gd name="connsiteY3" fmla="*/ 3093485 h 3363363"/>
              <a:gd name="connsiteX4" fmla="*/ 1655180 w 6875362"/>
              <a:gd name="connsiteY4" fmla="*/ 2931439 h 3363363"/>
              <a:gd name="connsiteX5" fmla="*/ 2013995 w 6875362"/>
              <a:gd name="connsiteY5" fmla="*/ 2480027 h 3363363"/>
              <a:gd name="connsiteX6" fmla="*/ 2893671 w 6875362"/>
              <a:gd name="connsiteY6" fmla="*/ 628077 h 3363363"/>
              <a:gd name="connsiteX7" fmla="*/ 3264061 w 6875362"/>
              <a:gd name="connsiteY7" fmla="*/ 14619 h 3363363"/>
              <a:gd name="connsiteX8" fmla="*/ 3530279 w 6875362"/>
              <a:gd name="connsiteY8" fmla="*/ 211388 h 3363363"/>
              <a:gd name="connsiteX9" fmla="*/ 3993266 w 6875362"/>
              <a:gd name="connsiteY9" fmla="*/ 431308 h 3363363"/>
              <a:gd name="connsiteX10" fmla="*/ 4930815 w 6875362"/>
              <a:gd name="connsiteY10" fmla="*/ 1808695 h 3363363"/>
              <a:gd name="connsiteX11" fmla="*/ 5197034 w 6875362"/>
              <a:gd name="connsiteY11" fmla="*/ 2271682 h 3363363"/>
              <a:gd name="connsiteX12" fmla="*/ 5497975 w 6875362"/>
              <a:gd name="connsiteY12" fmla="*/ 2838842 h 3363363"/>
              <a:gd name="connsiteX13" fmla="*/ 5891514 w 6875362"/>
              <a:gd name="connsiteY13" fmla="*/ 3139784 h 3363363"/>
              <a:gd name="connsiteX14" fmla="*/ 6180881 w 6875362"/>
              <a:gd name="connsiteY14" fmla="*/ 3336553 h 3363363"/>
              <a:gd name="connsiteX15" fmla="*/ 6875362 w 6875362"/>
              <a:gd name="connsiteY15" fmla="*/ 3359702 h 3363363"/>
              <a:gd name="connsiteX0" fmla="*/ 0 w 6875362"/>
              <a:gd name="connsiteY0" fmla="*/ 3138819 h 3154054"/>
              <a:gd name="connsiteX1" fmla="*/ 544011 w 6875362"/>
              <a:gd name="connsiteY1" fmla="*/ 3138819 h 3154054"/>
              <a:gd name="connsiteX2" fmla="*/ 1111170 w 6875362"/>
              <a:gd name="connsiteY2" fmla="*/ 3080945 h 3154054"/>
              <a:gd name="connsiteX3" fmla="*/ 1423686 w 6875362"/>
              <a:gd name="connsiteY3" fmla="*/ 2884176 h 3154054"/>
              <a:gd name="connsiteX4" fmla="*/ 1655180 w 6875362"/>
              <a:gd name="connsiteY4" fmla="*/ 2722130 h 3154054"/>
              <a:gd name="connsiteX5" fmla="*/ 2013995 w 6875362"/>
              <a:gd name="connsiteY5" fmla="*/ 2270718 h 3154054"/>
              <a:gd name="connsiteX6" fmla="*/ 2893671 w 6875362"/>
              <a:gd name="connsiteY6" fmla="*/ 418768 h 3154054"/>
              <a:gd name="connsiteX7" fmla="*/ 3194613 w 6875362"/>
              <a:gd name="connsiteY7" fmla="*/ 129401 h 3154054"/>
              <a:gd name="connsiteX8" fmla="*/ 3530279 w 6875362"/>
              <a:gd name="connsiteY8" fmla="*/ 2079 h 3154054"/>
              <a:gd name="connsiteX9" fmla="*/ 3993266 w 6875362"/>
              <a:gd name="connsiteY9" fmla="*/ 221999 h 3154054"/>
              <a:gd name="connsiteX10" fmla="*/ 4930815 w 6875362"/>
              <a:gd name="connsiteY10" fmla="*/ 1599386 h 3154054"/>
              <a:gd name="connsiteX11" fmla="*/ 5197034 w 6875362"/>
              <a:gd name="connsiteY11" fmla="*/ 2062373 h 3154054"/>
              <a:gd name="connsiteX12" fmla="*/ 5497975 w 6875362"/>
              <a:gd name="connsiteY12" fmla="*/ 2629533 h 3154054"/>
              <a:gd name="connsiteX13" fmla="*/ 5891514 w 6875362"/>
              <a:gd name="connsiteY13" fmla="*/ 2930475 h 3154054"/>
              <a:gd name="connsiteX14" fmla="*/ 6180881 w 6875362"/>
              <a:gd name="connsiteY14" fmla="*/ 3127244 h 3154054"/>
              <a:gd name="connsiteX15" fmla="*/ 6875362 w 6875362"/>
              <a:gd name="connsiteY15" fmla="*/ 3150393 h 3154054"/>
              <a:gd name="connsiteX0" fmla="*/ 0 w 6875362"/>
              <a:gd name="connsiteY0" fmla="*/ 3137376 h 3152611"/>
              <a:gd name="connsiteX1" fmla="*/ 544011 w 6875362"/>
              <a:gd name="connsiteY1" fmla="*/ 3137376 h 3152611"/>
              <a:gd name="connsiteX2" fmla="*/ 1111170 w 6875362"/>
              <a:gd name="connsiteY2" fmla="*/ 3079502 h 3152611"/>
              <a:gd name="connsiteX3" fmla="*/ 1423686 w 6875362"/>
              <a:gd name="connsiteY3" fmla="*/ 2882733 h 3152611"/>
              <a:gd name="connsiteX4" fmla="*/ 1655180 w 6875362"/>
              <a:gd name="connsiteY4" fmla="*/ 2720687 h 3152611"/>
              <a:gd name="connsiteX5" fmla="*/ 2013995 w 6875362"/>
              <a:gd name="connsiteY5" fmla="*/ 2269275 h 3152611"/>
              <a:gd name="connsiteX6" fmla="*/ 2893671 w 6875362"/>
              <a:gd name="connsiteY6" fmla="*/ 417325 h 3152611"/>
              <a:gd name="connsiteX7" fmla="*/ 3229337 w 6875362"/>
              <a:gd name="connsiteY7" fmla="*/ 162682 h 3152611"/>
              <a:gd name="connsiteX8" fmla="*/ 3530279 w 6875362"/>
              <a:gd name="connsiteY8" fmla="*/ 636 h 3152611"/>
              <a:gd name="connsiteX9" fmla="*/ 3993266 w 6875362"/>
              <a:gd name="connsiteY9" fmla="*/ 220556 h 3152611"/>
              <a:gd name="connsiteX10" fmla="*/ 4930815 w 6875362"/>
              <a:gd name="connsiteY10" fmla="*/ 1597943 h 3152611"/>
              <a:gd name="connsiteX11" fmla="*/ 5197034 w 6875362"/>
              <a:gd name="connsiteY11" fmla="*/ 2060930 h 3152611"/>
              <a:gd name="connsiteX12" fmla="*/ 5497975 w 6875362"/>
              <a:gd name="connsiteY12" fmla="*/ 2628090 h 3152611"/>
              <a:gd name="connsiteX13" fmla="*/ 5891514 w 6875362"/>
              <a:gd name="connsiteY13" fmla="*/ 2929032 h 3152611"/>
              <a:gd name="connsiteX14" fmla="*/ 6180881 w 6875362"/>
              <a:gd name="connsiteY14" fmla="*/ 3125801 h 3152611"/>
              <a:gd name="connsiteX15" fmla="*/ 6875362 w 6875362"/>
              <a:gd name="connsiteY15" fmla="*/ 3148950 h 3152611"/>
              <a:gd name="connsiteX0" fmla="*/ 0 w 6875362"/>
              <a:gd name="connsiteY0" fmla="*/ 3137355 h 3152590"/>
              <a:gd name="connsiteX1" fmla="*/ 544011 w 6875362"/>
              <a:gd name="connsiteY1" fmla="*/ 3137355 h 3152590"/>
              <a:gd name="connsiteX2" fmla="*/ 1111170 w 6875362"/>
              <a:gd name="connsiteY2" fmla="*/ 3079481 h 3152590"/>
              <a:gd name="connsiteX3" fmla="*/ 1423686 w 6875362"/>
              <a:gd name="connsiteY3" fmla="*/ 2882712 h 3152590"/>
              <a:gd name="connsiteX4" fmla="*/ 1655180 w 6875362"/>
              <a:gd name="connsiteY4" fmla="*/ 2720666 h 3152590"/>
              <a:gd name="connsiteX5" fmla="*/ 2013995 w 6875362"/>
              <a:gd name="connsiteY5" fmla="*/ 2269254 h 3152590"/>
              <a:gd name="connsiteX6" fmla="*/ 2835798 w 6875362"/>
              <a:gd name="connsiteY6" fmla="*/ 394155 h 3152590"/>
              <a:gd name="connsiteX7" fmla="*/ 3229337 w 6875362"/>
              <a:gd name="connsiteY7" fmla="*/ 162661 h 3152590"/>
              <a:gd name="connsiteX8" fmla="*/ 3530279 w 6875362"/>
              <a:gd name="connsiteY8" fmla="*/ 615 h 3152590"/>
              <a:gd name="connsiteX9" fmla="*/ 3993266 w 6875362"/>
              <a:gd name="connsiteY9" fmla="*/ 220535 h 3152590"/>
              <a:gd name="connsiteX10" fmla="*/ 4930815 w 6875362"/>
              <a:gd name="connsiteY10" fmla="*/ 1597922 h 3152590"/>
              <a:gd name="connsiteX11" fmla="*/ 5197034 w 6875362"/>
              <a:gd name="connsiteY11" fmla="*/ 2060909 h 3152590"/>
              <a:gd name="connsiteX12" fmla="*/ 5497975 w 6875362"/>
              <a:gd name="connsiteY12" fmla="*/ 2628069 h 3152590"/>
              <a:gd name="connsiteX13" fmla="*/ 5891514 w 6875362"/>
              <a:gd name="connsiteY13" fmla="*/ 2929011 h 3152590"/>
              <a:gd name="connsiteX14" fmla="*/ 6180881 w 6875362"/>
              <a:gd name="connsiteY14" fmla="*/ 3125780 h 3152590"/>
              <a:gd name="connsiteX15" fmla="*/ 6875362 w 6875362"/>
              <a:gd name="connsiteY15" fmla="*/ 3148929 h 3152590"/>
              <a:gd name="connsiteX0" fmla="*/ 0 w 6875362"/>
              <a:gd name="connsiteY0" fmla="*/ 3137462 h 3152697"/>
              <a:gd name="connsiteX1" fmla="*/ 544011 w 6875362"/>
              <a:gd name="connsiteY1" fmla="*/ 3137462 h 3152697"/>
              <a:gd name="connsiteX2" fmla="*/ 1111170 w 6875362"/>
              <a:gd name="connsiteY2" fmla="*/ 3079588 h 3152697"/>
              <a:gd name="connsiteX3" fmla="*/ 1423686 w 6875362"/>
              <a:gd name="connsiteY3" fmla="*/ 2882819 h 3152697"/>
              <a:gd name="connsiteX4" fmla="*/ 1655180 w 6875362"/>
              <a:gd name="connsiteY4" fmla="*/ 2720773 h 3152697"/>
              <a:gd name="connsiteX5" fmla="*/ 2013995 w 6875362"/>
              <a:gd name="connsiteY5" fmla="*/ 2269361 h 3152697"/>
              <a:gd name="connsiteX6" fmla="*/ 2986269 w 6875362"/>
              <a:gd name="connsiteY6" fmla="*/ 498434 h 3152697"/>
              <a:gd name="connsiteX7" fmla="*/ 3229337 w 6875362"/>
              <a:gd name="connsiteY7" fmla="*/ 162768 h 3152697"/>
              <a:gd name="connsiteX8" fmla="*/ 3530279 w 6875362"/>
              <a:gd name="connsiteY8" fmla="*/ 722 h 3152697"/>
              <a:gd name="connsiteX9" fmla="*/ 3993266 w 6875362"/>
              <a:gd name="connsiteY9" fmla="*/ 220642 h 3152697"/>
              <a:gd name="connsiteX10" fmla="*/ 4930815 w 6875362"/>
              <a:gd name="connsiteY10" fmla="*/ 1598029 h 3152697"/>
              <a:gd name="connsiteX11" fmla="*/ 5197034 w 6875362"/>
              <a:gd name="connsiteY11" fmla="*/ 2061016 h 3152697"/>
              <a:gd name="connsiteX12" fmla="*/ 5497975 w 6875362"/>
              <a:gd name="connsiteY12" fmla="*/ 2628176 h 3152697"/>
              <a:gd name="connsiteX13" fmla="*/ 5891514 w 6875362"/>
              <a:gd name="connsiteY13" fmla="*/ 2929118 h 3152697"/>
              <a:gd name="connsiteX14" fmla="*/ 6180881 w 6875362"/>
              <a:gd name="connsiteY14" fmla="*/ 3125887 h 3152697"/>
              <a:gd name="connsiteX15" fmla="*/ 6875362 w 6875362"/>
              <a:gd name="connsiteY15" fmla="*/ 3149036 h 3152697"/>
              <a:gd name="connsiteX0" fmla="*/ 0 w 6875362"/>
              <a:gd name="connsiteY0" fmla="*/ 3137462 h 3152697"/>
              <a:gd name="connsiteX1" fmla="*/ 544011 w 6875362"/>
              <a:gd name="connsiteY1" fmla="*/ 3137462 h 3152697"/>
              <a:gd name="connsiteX2" fmla="*/ 1111170 w 6875362"/>
              <a:gd name="connsiteY2" fmla="*/ 3079588 h 3152697"/>
              <a:gd name="connsiteX3" fmla="*/ 1423686 w 6875362"/>
              <a:gd name="connsiteY3" fmla="*/ 2882819 h 3152697"/>
              <a:gd name="connsiteX4" fmla="*/ 1655180 w 6875362"/>
              <a:gd name="connsiteY4" fmla="*/ 2720773 h 3152697"/>
              <a:gd name="connsiteX5" fmla="*/ 2013995 w 6875362"/>
              <a:gd name="connsiteY5" fmla="*/ 2269361 h 3152697"/>
              <a:gd name="connsiteX6" fmla="*/ 2986269 w 6875362"/>
              <a:gd name="connsiteY6" fmla="*/ 498434 h 3152697"/>
              <a:gd name="connsiteX7" fmla="*/ 3229337 w 6875362"/>
              <a:gd name="connsiteY7" fmla="*/ 162768 h 3152697"/>
              <a:gd name="connsiteX8" fmla="*/ 3530279 w 6875362"/>
              <a:gd name="connsiteY8" fmla="*/ 722 h 3152697"/>
              <a:gd name="connsiteX9" fmla="*/ 3993266 w 6875362"/>
              <a:gd name="connsiteY9" fmla="*/ 220642 h 3152697"/>
              <a:gd name="connsiteX10" fmla="*/ 4930815 w 6875362"/>
              <a:gd name="connsiteY10" fmla="*/ 1598029 h 3152697"/>
              <a:gd name="connsiteX11" fmla="*/ 5197034 w 6875362"/>
              <a:gd name="connsiteY11" fmla="*/ 2061016 h 3152697"/>
              <a:gd name="connsiteX12" fmla="*/ 5497975 w 6875362"/>
              <a:gd name="connsiteY12" fmla="*/ 2628176 h 3152697"/>
              <a:gd name="connsiteX13" fmla="*/ 5891514 w 6875362"/>
              <a:gd name="connsiteY13" fmla="*/ 2929118 h 3152697"/>
              <a:gd name="connsiteX14" fmla="*/ 6180881 w 6875362"/>
              <a:gd name="connsiteY14" fmla="*/ 3125887 h 3152697"/>
              <a:gd name="connsiteX15" fmla="*/ 6875362 w 6875362"/>
              <a:gd name="connsiteY15" fmla="*/ 3149036 h 3152697"/>
              <a:gd name="connsiteX0" fmla="*/ 0 w 6875362"/>
              <a:gd name="connsiteY0" fmla="*/ 3137411 h 3152646"/>
              <a:gd name="connsiteX1" fmla="*/ 544011 w 6875362"/>
              <a:gd name="connsiteY1" fmla="*/ 3137411 h 3152646"/>
              <a:gd name="connsiteX2" fmla="*/ 1111170 w 6875362"/>
              <a:gd name="connsiteY2" fmla="*/ 3079537 h 3152646"/>
              <a:gd name="connsiteX3" fmla="*/ 1423686 w 6875362"/>
              <a:gd name="connsiteY3" fmla="*/ 2882768 h 3152646"/>
              <a:gd name="connsiteX4" fmla="*/ 1655180 w 6875362"/>
              <a:gd name="connsiteY4" fmla="*/ 2720722 h 3152646"/>
              <a:gd name="connsiteX5" fmla="*/ 2013995 w 6875362"/>
              <a:gd name="connsiteY5" fmla="*/ 2269310 h 3152646"/>
              <a:gd name="connsiteX6" fmla="*/ 2928396 w 6875362"/>
              <a:gd name="connsiteY6" fmla="*/ 452084 h 3152646"/>
              <a:gd name="connsiteX7" fmla="*/ 3229337 w 6875362"/>
              <a:gd name="connsiteY7" fmla="*/ 162717 h 3152646"/>
              <a:gd name="connsiteX8" fmla="*/ 3530279 w 6875362"/>
              <a:gd name="connsiteY8" fmla="*/ 671 h 3152646"/>
              <a:gd name="connsiteX9" fmla="*/ 3993266 w 6875362"/>
              <a:gd name="connsiteY9" fmla="*/ 220591 h 3152646"/>
              <a:gd name="connsiteX10" fmla="*/ 4930815 w 6875362"/>
              <a:gd name="connsiteY10" fmla="*/ 1597978 h 3152646"/>
              <a:gd name="connsiteX11" fmla="*/ 5197034 w 6875362"/>
              <a:gd name="connsiteY11" fmla="*/ 2060965 h 3152646"/>
              <a:gd name="connsiteX12" fmla="*/ 5497975 w 6875362"/>
              <a:gd name="connsiteY12" fmla="*/ 2628125 h 3152646"/>
              <a:gd name="connsiteX13" fmla="*/ 5891514 w 6875362"/>
              <a:gd name="connsiteY13" fmla="*/ 2929067 h 3152646"/>
              <a:gd name="connsiteX14" fmla="*/ 6180881 w 6875362"/>
              <a:gd name="connsiteY14" fmla="*/ 3125836 h 3152646"/>
              <a:gd name="connsiteX15" fmla="*/ 6875362 w 6875362"/>
              <a:gd name="connsiteY15" fmla="*/ 3148985 h 3152646"/>
              <a:gd name="connsiteX0" fmla="*/ 0 w 6875362"/>
              <a:gd name="connsiteY0" fmla="*/ 2989285 h 3004520"/>
              <a:gd name="connsiteX1" fmla="*/ 544011 w 6875362"/>
              <a:gd name="connsiteY1" fmla="*/ 2989285 h 3004520"/>
              <a:gd name="connsiteX2" fmla="*/ 1111170 w 6875362"/>
              <a:gd name="connsiteY2" fmla="*/ 2931411 h 3004520"/>
              <a:gd name="connsiteX3" fmla="*/ 1423686 w 6875362"/>
              <a:gd name="connsiteY3" fmla="*/ 2734642 h 3004520"/>
              <a:gd name="connsiteX4" fmla="*/ 1655180 w 6875362"/>
              <a:gd name="connsiteY4" fmla="*/ 2572596 h 3004520"/>
              <a:gd name="connsiteX5" fmla="*/ 2013995 w 6875362"/>
              <a:gd name="connsiteY5" fmla="*/ 2121184 h 3004520"/>
              <a:gd name="connsiteX6" fmla="*/ 2928396 w 6875362"/>
              <a:gd name="connsiteY6" fmla="*/ 303958 h 3004520"/>
              <a:gd name="connsiteX7" fmla="*/ 3229337 w 6875362"/>
              <a:gd name="connsiteY7" fmla="*/ 14591 h 3004520"/>
              <a:gd name="connsiteX8" fmla="*/ 3646026 w 6875362"/>
              <a:gd name="connsiteY8" fmla="*/ 280809 h 3004520"/>
              <a:gd name="connsiteX9" fmla="*/ 3993266 w 6875362"/>
              <a:gd name="connsiteY9" fmla="*/ 72465 h 3004520"/>
              <a:gd name="connsiteX10" fmla="*/ 4930815 w 6875362"/>
              <a:gd name="connsiteY10" fmla="*/ 1449852 h 3004520"/>
              <a:gd name="connsiteX11" fmla="*/ 5197034 w 6875362"/>
              <a:gd name="connsiteY11" fmla="*/ 1912839 h 3004520"/>
              <a:gd name="connsiteX12" fmla="*/ 5497975 w 6875362"/>
              <a:gd name="connsiteY12" fmla="*/ 2479999 h 3004520"/>
              <a:gd name="connsiteX13" fmla="*/ 5891514 w 6875362"/>
              <a:gd name="connsiteY13" fmla="*/ 2780941 h 3004520"/>
              <a:gd name="connsiteX14" fmla="*/ 6180881 w 6875362"/>
              <a:gd name="connsiteY14" fmla="*/ 2977710 h 3004520"/>
              <a:gd name="connsiteX15" fmla="*/ 6875362 w 6875362"/>
              <a:gd name="connsiteY15" fmla="*/ 3000859 h 3004520"/>
              <a:gd name="connsiteX0" fmla="*/ 0 w 6875362"/>
              <a:gd name="connsiteY0" fmla="*/ 2975392 h 2990627"/>
              <a:gd name="connsiteX1" fmla="*/ 544011 w 6875362"/>
              <a:gd name="connsiteY1" fmla="*/ 2975392 h 2990627"/>
              <a:gd name="connsiteX2" fmla="*/ 1111170 w 6875362"/>
              <a:gd name="connsiteY2" fmla="*/ 2917518 h 2990627"/>
              <a:gd name="connsiteX3" fmla="*/ 1423686 w 6875362"/>
              <a:gd name="connsiteY3" fmla="*/ 2720749 h 2990627"/>
              <a:gd name="connsiteX4" fmla="*/ 1655180 w 6875362"/>
              <a:gd name="connsiteY4" fmla="*/ 2558703 h 2990627"/>
              <a:gd name="connsiteX5" fmla="*/ 2013995 w 6875362"/>
              <a:gd name="connsiteY5" fmla="*/ 2107291 h 2990627"/>
              <a:gd name="connsiteX6" fmla="*/ 2928396 w 6875362"/>
              <a:gd name="connsiteY6" fmla="*/ 290065 h 2990627"/>
              <a:gd name="connsiteX7" fmla="*/ 3194613 w 6875362"/>
              <a:gd name="connsiteY7" fmla="*/ 382662 h 2990627"/>
              <a:gd name="connsiteX8" fmla="*/ 3646026 w 6875362"/>
              <a:gd name="connsiteY8" fmla="*/ 266916 h 2990627"/>
              <a:gd name="connsiteX9" fmla="*/ 3993266 w 6875362"/>
              <a:gd name="connsiteY9" fmla="*/ 58572 h 2990627"/>
              <a:gd name="connsiteX10" fmla="*/ 4930815 w 6875362"/>
              <a:gd name="connsiteY10" fmla="*/ 1435959 h 2990627"/>
              <a:gd name="connsiteX11" fmla="*/ 5197034 w 6875362"/>
              <a:gd name="connsiteY11" fmla="*/ 1898946 h 2990627"/>
              <a:gd name="connsiteX12" fmla="*/ 5497975 w 6875362"/>
              <a:gd name="connsiteY12" fmla="*/ 2466106 h 2990627"/>
              <a:gd name="connsiteX13" fmla="*/ 5891514 w 6875362"/>
              <a:gd name="connsiteY13" fmla="*/ 2767048 h 2990627"/>
              <a:gd name="connsiteX14" fmla="*/ 6180881 w 6875362"/>
              <a:gd name="connsiteY14" fmla="*/ 2963817 h 2990627"/>
              <a:gd name="connsiteX15" fmla="*/ 6875362 w 6875362"/>
              <a:gd name="connsiteY15" fmla="*/ 2986966 h 2990627"/>
              <a:gd name="connsiteX0" fmla="*/ 0 w 6875362"/>
              <a:gd name="connsiteY0" fmla="*/ 2975392 h 2990627"/>
              <a:gd name="connsiteX1" fmla="*/ 544011 w 6875362"/>
              <a:gd name="connsiteY1" fmla="*/ 2975392 h 2990627"/>
              <a:gd name="connsiteX2" fmla="*/ 1111170 w 6875362"/>
              <a:gd name="connsiteY2" fmla="*/ 2917518 h 2990627"/>
              <a:gd name="connsiteX3" fmla="*/ 1423686 w 6875362"/>
              <a:gd name="connsiteY3" fmla="*/ 2720749 h 2990627"/>
              <a:gd name="connsiteX4" fmla="*/ 1655180 w 6875362"/>
              <a:gd name="connsiteY4" fmla="*/ 2558703 h 2990627"/>
              <a:gd name="connsiteX5" fmla="*/ 2013995 w 6875362"/>
              <a:gd name="connsiteY5" fmla="*/ 2107291 h 2990627"/>
              <a:gd name="connsiteX6" fmla="*/ 2882097 w 6875362"/>
              <a:gd name="connsiteY6" fmla="*/ 602582 h 2990627"/>
              <a:gd name="connsiteX7" fmla="*/ 3194613 w 6875362"/>
              <a:gd name="connsiteY7" fmla="*/ 382662 h 2990627"/>
              <a:gd name="connsiteX8" fmla="*/ 3646026 w 6875362"/>
              <a:gd name="connsiteY8" fmla="*/ 266916 h 2990627"/>
              <a:gd name="connsiteX9" fmla="*/ 3993266 w 6875362"/>
              <a:gd name="connsiteY9" fmla="*/ 58572 h 2990627"/>
              <a:gd name="connsiteX10" fmla="*/ 4930815 w 6875362"/>
              <a:gd name="connsiteY10" fmla="*/ 1435959 h 2990627"/>
              <a:gd name="connsiteX11" fmla="*/ 5197034 w 6875362"/>
              <a:gd name="connsiteY11" fmla="*/ 1898946 h 2990627"/>
              <a:gd name="connsiteX12" fmla="*/ 5497975 w 6875362"/>
              <a:gd name="connsiteY12" fmla="*/ 2466106 h 2990627"/>
              <a:gd name="connsiteX13" fmla="*/ 5891514 w 6875362"/>
              <a:gd name="connsiteY13" fmla="*/ 2767048 h 2990627"/>
              <a:gd name="connsiteX14" fmla="*/ 6180881 w 6875362"/>
              <a:gd name="connsiteY14" fmla="*/ 2963817 h 2990627"/>
              <a:gd name="connsiteX15" fmla="*/ 6875362 w 6875362"/>
              <a:gd name="connsiteY15" fmla="*/ 2986966 h 2990627"/>
              <a:gd name="connsiteX0" fmla="*/ 0 w 6875362"/>
              <a:gd name="connsiteY0" fmla="*/ 2710105 h 2725340"/>
              <a:gd name="connsiteX1" fmla="*/ 544011 w 6875362"/>
              <a:gd name="connsiteY1" fmla="*/ 2710105 h 2725340"/>
              <a:gd name="connsiteX2" fmla="*/ 1111170 w 6875362"/>
              <a:gd name="connsiteY2" fmla="*/ 2652231 h 2725340"/>
              <a:gd name="connsiteX3" fmla="*/ 1423686 w 6875362"/>
              <a:gd name="connsiteY3" fmla="*/ 2455462 h 2725340"/>
              <a:gd name="connsiteX4" fmla="*/ 1655180 w 6875362"/>
              <a:gd name="connsiteY4" fmla="*/ 2293416 h 2725340"/>
              <a:gd name="connsiteX5" fmla="*/ 2013995 w 6875362"/>
              <a:gd name="connsiteY5" fmla="*/ 1842004 h 2725340"/>
              <a:gd name="connsiteX6" fmla="*/ 2882097 w 6875362"/>
              <a:gd name="connsiteY6" fmla="*/ 337295 h 2725340"/>
              <a:gd name="connsiteX7" fmla="*/ 3194613 w 6875362"/>
              <a:gd name="connsiteY7" fmla="*/ 117375 h 2725340"/>
              <a:gd name="connsiteX8" fmla="*/ 3646026 w 6875362"/>
              <a:gd name="connsiteY8" fmla="*/ 1629 h 2725340"/>
              <a:gd name="connsiteX9" fmla="*/ 4039565 w 6875362"/>
              <a:gd name="connsiteY9" fmla="*/ 198399 h 2725340"/>
              <a:gd name="connsiteX10" fmla="*/ 4930815 w 6875362"/>
              <a:gd name="connsiteY10" fmla="*/ 1170672 h 2725340"/>
              <a:gd name="connsiteX11" fmla="*/ 5197034 w 6875362"/>
              <a:gd name="connsiteY11" fmla="*/ 1633659 h 2725340"/>
              <a:gd name="connsiteX12" fmla="*/ 5497975 w 6875362"/>
              <a:gd name="connsiteY12" fmla="*/ 2200819 h 2725340"/>
              <a:gd name="connsiteX13" fmla="*/ 5891514 w 6875362"/>
              <a:gd name="connsiteY13" fmla="*/ 2501761 h 2725340"/>
              <a:gd name="connsiteX14" fmla="*/ 6180881 w 6875362"/>
              <a:gd name="connsiteY14" fmla="*/ 2698530 h 2725340"/>
              <a:gd name="connsiteX15" fmla="*/ 6875362 w 6875362"/>
              <a:gd name="connsiteY15" fmla="*/ 2721679 h 2725340"/>
              <a:gd name="connsiteX0" fmla="*/ 0 w 6875362"/>
              <a:gd name="connsiteY0" fmla="*/ 2717067 h 2732302"/>
              <a:gd name="connsiteX1" fmla="*/ 544011 w 6875362"/>
              <a:gd name="connsiteY1" fmla="*/ 2717067 h 2732302"/>
              <a:gd name="connsiteX2" fmla="*/ 1111170 w 6875362"/>
              <a:gd name="connsiteY2" fmla="*/ 2659193 h 2732302"/>
              <a:gd name="connsiteX3" fmla="*/ 1423686 w 6875362"/>
              <a:gd name="connsiteY3" fmla="*/ 2462424 h 2732302"/>
              <a:gd name="connsiteX4" fmla="*/ 1655180 w 6875362"/>
              <a:gd name="connsiteY4" fmla="*/ 2300378 h 2732302"/>
              <a:gd name="connsiteX5" fmla="*/ 2013995 w 6875362"/>
              <a:gd name="connsiteY5" fmla="*/ 1848966 h 2732302"/>
              <a:gd name="connsiteX6" fmla="*/ 2882097 w 6875362"/>
              <a:gd name="connsiteY6" fmla="*/ 344257 h 2732302"/>
              <a:gd name="connsiteX7" fmla="*/ 3310360 w 6875362"/>
              <a:gd name="connsiteY7" fmla="*/ 66464 h 2732302"/>
              <a:gd name="connsiteX8" fmla="*/ 3646026 w 6875362"/>
              <a:gd name="connsiteY8" fmla="*/ 8591 h 2732302"/>
              <a:gd name="connsiteX9" fmla="*/ 4039565 w 6875362"/>
              <a:gd name="connsiteY9" fmla="*/ 205361 h 2732302"/>
              <a:gd name="connsiteX10" fmla="*/ 4930815 w 6875362"/>
              <a:gd name="connsiteY10" fmla="*/ 1177634 h 2732302"/>
              <a:gd name="connsiteX11" fmla="*/ 5197034 w 6875362"/>
              <a:gd name="connsiteY11" fmla="*/ 1640621 h 2732302"/>
              <a:gd name="connsiteX12" fmla="*/ 5497975 w 6875362"/>
              <a:gd name="connsiteY12" fmla="*/ 2207781 h 2732302"/>
              <a:gd name="connsiteX13" fmla="*/ 5891514 w 6875362"/>
              <a:gd name="connsiteY13" fmla="*/ 2508723 h 2732302"/>
              <a:gd name="connsiteX14" fmla="*/ 6180881 w 6875362"/>
              <a:gd name="connsiteY14" fmla="*/ 2705492 h 2732302"/>
              <a:gd name="connsiteX15" fmla="*/ 6875362 w 6875362"/>
              <a:gd name="connsiteY15" fmla="*/ 2728641 h 2732302"/>
              <a:gd name="connsiteX0" fmla="*/ 0 w 6875362"/>
              <a:gd name="connsiteY0" fmla="*/ 2717067 h 2732302"/>
              <a:gd name="connsiteX1" fmla="*/ 544011 w 6875362"/>
              <a:gd name="connsiteY1" fmla="*/ 2717067 h 2732302"/>
              <a:gd name="connsiteX2" fmla="*/ 1111170 w 6875362"/>
              <a:gd name="connsiteY2" fmla="*/ 2659193 h 2732302"/>
              <a:gd name="connsiteX3" fmla="*/ 1423686 w 6875362"/>
              <a:gd name="connsiteY3" fmla="*/ 2462424 h 2732302"/>
              <a:gd name="connsiteX4" fmla="*/ 1655180 w 6875362"/>
              <a:gd name="connsiteY4" fmla="*/ 2300378 h 2732302"/>
              <a:gd name="connsiteX5" fmla="*/ 2071868 w 6875362"/>
              <a:gd name="connsiteY5" fmla="*/ 1258657 h 2732302"/>
              <a:gd name="connsiteX6" fmla="*/ 2882097 w 6875362"/>
              <a:gd name="connsiteY6" fmla="*/ 344257 h 2732302"/>
              <a:gd name="connsiteX7" fmla="*/ 3310360 w 6875362"/>
              <a:gd name="connsiteY7" fmla="*/ 66464 h 2732302"/>
              <a:gd name="connsiteX8" fmla="*/ 3646026 w 6875362"/>
              <a:gd name="connsiteY8" fmla="*/ 8591 h 2732302"/>
              <a:gd name="connsiteX9" fmla="*/ 4039565 w 6875362"/>
              <a:gd name="connsiteY9" fmla="*/ 205361 h 2732302"/>
              <a:gd name="connsiteX10" fmla="*/ 4930815 w 6875362"/>
              <a:gd name="connsiteY10" fmla="*/ 1177634 h 2732302"/>
              <a:gd name="connsiteX11" fmla="*/ 5197034 w 6875362"/>
              <a:gd name="connsiteY11" fmla="*/ 1640621 h 2732302"/>
              <a:gd name="connsiteX12" fmla="*/ 5497975 w 6875362"/>
              <a:gd name="connsiteY12" fmla="*/ 2207781 h 2732302"/>
              <a:gd name="connsiteX13" fmla="*/ 5891514 w 6875362"/>
              <a:gd name="connsiteY13" fmla="*/ 2508723 h 2732302"/>
              <a:gd name="connsiteX14" fmla="*/ 6180881 w 6875362"/>
              <a:gd name="connsiteY14" fmla="*/ 2705492 h 2732302"/>
              <a:gd name="connsiteX15" fmla="*/ 6875362 w 6875362"/>
              <a:gd name="connsiteY15" fmla="*/ 2728641 h 2732302"/>
              <a:gd name="connsiteX0" fmla="*/ 0 w 6875362"/>
              <a:gd name="connsiteY0" fmla="*/ 2717067 h 2732302"/>
              <a:gd name="connsiteX1" fmla="*/ 544011 w 6875362"/>
              <a:gd name="connsiteY1" fmla="*/ 2717067 h 2732302"/>
              <a:gd name="connsiteX2" fmla="*/ 1111170 w 6875362"/>
              <a:gd name="connsiteY2" fmla="*/ 2659193 h 2732302"/>
              <a:gd name="connsiteX3" fmla="*/ 1423686 w 6875362"/>
              <a:gd name="connsiteY3" fmla="*/ 2462424 h 2732302"/>
              <a:gd name="connsiteX4" fmla="*/ 1655180 w 6875362"/>
              <a:gd name="connsiteY4" fmla="*/ 2300378 h 2732302"/>
              <a:gd name="connsiteX5" fmla="*/ 2071868 w 6875362"/>
              <a:gd name="connsiteY5" fmla="*/ 1258657 h 2732302"/>
              <a:gd name="connsiteX6" fmla="*/ 2882097 w 6875362"/>
              <a:gd name="connsiteY6" fmla="*/ 344257 h 2732302"/>
              <a:gd name="connsiteX7" fmla="*/ 3310360 w 6875362"/>
              <a:gd name="connsiteY7" fmla="*/ 66464 h 2732302"/>
              <a:gd name="connsiteX8" fmla="*/ 3646026 w 6875362"/>
              <a:gd name="connsiteY8" fmla="*/ 8591 h 2732302"/>
              <a:gd name="connsiteX9" fmla="*/ 4039565 w 6875362"/>
              <a:gd name="connsiteY9" fmla="*/ 205361 h 2732302"/>
              <a:gd name="connsiteX10" fmla="*/ 5046562 w 6875362"/>
              <a:gd name="connsiteY10" fmla="*/ 1119760 h 2732302"/>
              <a:gd name="connsiteX11" fmla="*/ 5197034 w 6875362"/>
              <a:gd name="connsiteY11" fmla="*/ 1640621 h 2732302"/>
              <a:gd name="connsiteX12" fmla="*/ 5497975 w 6875362"/>
              <a:gd name="connsiteY12" fmla="*/ 2207781 h 2732302"/>
              <a:gd name="connsiteX13" fmla="*/ 5891514 w 6875362"/>
              <a:gd name="connsiteY13" fmla="*/ 2508723 h 2732302"/>
              <a:gd name="connsiteX14" fmla="*/ 6180881 w 6875362"/>
              <a:gd name="connsiteY14" fmla="*/ 2705492 h 2732302"/>
              <a:gd name="connsiteX15" fmla="*/ 6875362 w 6875362"/>
              <a:gd name="connsiteY15" fmla="*/ 2728641 h 2732302"/>
              <a:gd name="connsiteX0" fmla="*/ 0 w 6875362"/>
              <a:gd name="connsiteY0" fmla="*/ 2717067 h 2732302"/>
              <a:gd name="connsiteX1" fmla="*/ 544011 w 6875362"/>
              <a:gd name="connsiteY1" fmla="*/ 2717067 h 2732302"/>
              <a:gd name="connsiteX2" fmla="*/ 1111170 w 6875362"/>
              <a:gd name="connsiteY2" fmla="*/ 2659193 h 2732302"/>
              <a:gd name="connsiteX3" fmla="*/ 1423686 w 6875362"/>
              <a:gd name="connsiteY3" fmla="*/ 2462424 h 2732302"/>
              <a:gd name="connsiteX4" fmla="*/ 1655180 w 6875362"/>
              <a:gd name="connsiteY4" fmla="*/ 2300378 h 2732302"/>
              <a:gd name="connsiteX5" fmla="*/ 2071868 w 6875362"/>
              <a:gd name="connsiteY5" fmla="*/ 1258657 h 2732302"/>
              <a:gd name="connsiteX6" fmla="*/ 2882097 w 6875362"/>
              <a:gd name="connsiteY6" fmla="*/ 344257 h 2732302"/>
              <a:gd name="connsiteX7" fmla="*/ 3310360 w 6875362"/>
              <a:gd name="connsiteY7" fmla="*/ 66464 h 2732302"/>
              <a:gd name="connsiteX8" fmla="*/ 3646026 w 6875362"/>
              <a:gd name="connsiteY8" fmla="*/ 8591 h 2732302"/>
              <a:gd name="connsiteX9" fmla="*/ 4039565 w 6875362"/>
              <a:gd name="connsiteY9" fmla="*/ 205361 h 2732302"/>
              <a:gd name="connsiteX10" fmla="*/ 5046562 w 6875362"/>
              <a:gd name="connsiteY10" fmla="*/ 1119760 h 2732302"/>
              <a:gd name="connsiteX11" fmla="*/ 5301206 w 6875362"/>
              <a:gd name="connsiteY11" fmla="*/ 1686920 h 2732302"/>
              <a:gd name="connsiteX12" fmla="*/ 5497975 w 6875362"/>
              <a:gd name="connsiteY12" fmla="*/ 2207781 h 2732302"/>
              <a:gd name="connsiteX13" fmla="*/ 5891514 w 6875362"/>
              <a:gd name="connsiteY13" fmla="*/ 2508723 h 2732302"/>
              <a:gd name="connsiteX14" fmla="*/ 6180881 w 6875362"/>
              <a:gd name="connsiteY14" fmla="*/ 2705492 h 2732302"/>
              <a:gd name="connsiteX15" fmla="*/ 6875362 w 6875362"/>
              <a:gd name="connsiteY15" fmla="*/ 2728641 h 2732302"/>
              <a:gd name="connsiteX0" fmla="*/ 0 w 6875362"/>
              <a:gd name="connsiteY0" fmla="*/ 2717067 h 2732302"/>
              <a:gd name="connsiteX1" fmla="*/ 544011 w 6875362"/>
              <a:gd name="connsiteY1" fmla="*/ 2717067 h 2732302"/>
              <a:gd name="connsiteX2" fmla="*/ 1111170 w 6875362"/>
              <a:gd name="connsiteY2" fmla="*/ 2659193 h 2732302"/>
              <a:gd name="connsiteX3" fmla="*/ 1423686 w 6875362"/>
              <a:gd name="connsiteY3" fmla="*/ 2462424 h 2732302"/>
              <a:gd name="connsiteX4" fmla="*/ 1655180 w 6875362"/>
              <a:gd name="connsiteY4" fmla="*/ 2300378 h 2732302"/>
              <a:gd name="connsiteX5" fmla="*/ 2071868 w 6875362"/>
              <a:gd name="connsiteY5" fmla="*/ 1258657 h 2732302"/>
              <a:gd name="connsiteX6" fmla="*/ 2882097 w 6875362"/>
              <a:gd name="connsiteY6" fmla="*/ 344257 h 2732302"/>
              <a:gd name="connsiteX7" fmla="*/ 3310360 w 6875362"/>
              <a:gd name="connsiteY7" fmla="*/ 66464 h 2732302"/>
              <a:gd name="connsiteX8" fmla="*/ 3646026 w 6875362"/>
              <a:gd name="connsiteY8" fmla="*/ 8591 h 2732302"/>
              <a:gd name="connsiteX9" fmla="*/ 4039565 w 6875362"/>
              <a:gd name="connsiteY9" fmla="*/ 205361 h 2732302"/>
              <a:gd name="connsiteX10" fmla="*/ 5046562 w 6875362"/>
              <a:gd name="connsiteY10" fmla="*/ 1119760 h 2732302"/>
              <a:gd name="connsiteX11" fmla="*/ 5301206 w 6875362"/>
              <a:gd name="connsiteY11" fmla="*/ 1686920 h 2732302"/>
              <a:gd name="connsiteX12" fmla="*/ 5764193 w 6875362"/>
              <a:gd name="connsiteY12" fmla="*/ 2230930 h 2732302"/>
              <a:gd name="connsiteX13" fmla="*/ 5891514 w 6875362"/>
              <a:gd name="connsiteY13" fmla="*/ 2508723 h 2732302"/>
              <a:gd name="connsiteX14" fmla="*/ 6180881 w 6875362"/>
              <a:gd name="connsiteY14" fmla="*/ 2705492 h 2732302"/>
              <a:gd name="connsiteX15" fmla="*/ 6875362 w 6875362"/>
              <a:gd name="connsiteY15" fmla="*/ 2728641 h 2732302"/>
              <a:gd name="connsiteX0" fmla="*/ 0 w 6875362"/>
              <a:gd name="connsiteY0" fmla="*/ 2717067 h 2732302"/>
              <a:gd name="connsiteX1" fmla="*/ 544011 w 6875362"/>
              <a:gd name="connsiteY1" fmla="*/ 2717067 h 2732302"/>
              <a:gd name="connsiteX2" fmla="*/ 1111170 w 6875362"/>
              <a:gd name="connsiteY2" fmla="*/ 2659193 h 2732302"/>
              <a:gd name="connsiteX3" fmla="*/ 1423686 w 6875362"/>
              <a:gd name="connsiteY3" fmla="*/ 2462424 h 2732302"/>
              <a:gd name="connsiteX4" fmla="*/ 1655180 w 6875362"/>
              <a:gd name="connsiteY4" fmla="*/ 2300378 h 2732302"/>
              <a:gd name="connsiteX5" fmla="*/ 2071868 w 6875362"/>
              <a:gd name="connsiteY5" fmla="*/ 1258657 h 2732302"/>
              <a:gd name="connsiteX6" fmla="*/ 2882097 w 6875362"/>
              <a:gd name="connsiteY6" fmla="*/ 344257 h 2732302"/>
              <a:gd name="connsiteX7" fmla="*/ 3310360 w 6875362"/>
              <a:gd name="connsiteY7" fmla="*/ 66464 h 2732302"/>
              <a:gd name="connsiteX8" fmla="*/ 3646026 w 6875362"/>
              <a:gd name="connsiteY8" fmla="*/ 8591 h 2732302"/>
              <a:gd name="connsiteX9" fmla="*/ 4039565 w 6875362"/>
              <a:gd name="connsiteY9" fmla="*/ 205361 h 2732302"/>
              <a:gd name="connsiteX10" fmla="*/ 5046562 w 6875362"/>
              <a:gd name="connsiteY10" fmla="*/ 1119760 h 2732302"/>
              <a:gd name="connsiteX11" fmla="*/ 5416952 w 6875362"/>
              <a:gd name="connsiteY11" fmla="*/ 1675345 h 2732302"/>
              <a:gd name="connsiteX12" fmla="*/ 5764193 w 6875362"/>
              <a:gd name="connsiteY12" fmla="*/ 2230930 h 2732302"/>
              <a:gd name="connsiteX13" fmla="*/ 5891514 w 6875362"/>
              <a:gd name="connsiteY13" fmla="*/ 2508723 h 2732302"/>
              <a:gd name="connsiteX14" fmla="*/ 6180881 w 6875362"/>
              <a:gd name="connsiteY14" fmla="*/ 2705492 h 2732302"/>
              <a:gd name="connsiteX15" fmla="*/ 6875362 w 6875362"/>
              <a:gd name="connsiteY15" fmla="*/ 2728641 h 2732302"/>
              <a:gd name="connsiteX0" fmla="*/ 0 w 6875362"/>
              <a:gd name="connsiteY0" fmla="*/ 2717067 h 2731749"/>
              <a:gd name="connsiteX1" fmla="*/ 544011 w 6875362"/>
              <a:gd name="connsiteY1" fmla="*/ 2717067 h 2731749"/>
              <a:gd name="connsiteX2" fmla="*/ 1111170 w 6875362"/>
              <a:gd name="connsiteY2" fmla="*/ 2659193 h 2731749"/>
              <a:gd name="connsiteX3" fmla="*/ 1423686 w 6875362"/>
              <a:gd name="connsiteY3" fmla="*/ 2462424 h 2731749"/>
              <a:gd name="connsiteX4" fmla="*/ 1655180 w 6875362"/>
              <a:gd name="connsiteY4" fmla="*/ 2300378 h 2731749"/>
              <a:gd name="connsiteX5" fmla="*/ 2071868 w 6875362"/>
              <a:gd name="connsiteY5" fmla="*/ 1258657 h 2731749"/>
              <a:gd name="connsiteX6" fmla="*/ 2882097 w 6875362"/>
              <a:gd name="connsiteY6" fmla="*/ 344257 h 2731749"/>
              <a:gd name="connsiteX7" fmla="*/ 3310360 w 6875362"/>
              <a:gd name="connsiteY7" fmla="*/ 66464 h 2731749"/>
              <a:gd name="connsiteX8" fmla="*/ 3646026 w 6875362"/>
              <a:gd name="connsiteY8" fmla="*/ 8591 h 2731749"/>
              <a:gd name="connsiteX9" fmla="*/ 4039565 w 6875362"/>
              <a:gd name="connsiteY9" fmla="*/ 205361 h 2731749"/>
              <a:gd name="connsiteX10" fmla="*/ 5046562 w 6875362"/>
              <a:gd name="connsiteY10" fmla="*/ 1119760 h 2731749"/>
              <a:gd name="connsiteX11" fmla="*/ 5416952 w 6875362"/>
              <a:gd name="connsiteY11" fmla="*/ 1675345 h 2731749"/>
              <a:gd name="connsiteX12" fmla="*/ 5764193 w 6875362"/>
              <a:gd name="connsiteY12" fmla="*/ 2230930 h 2731749"/>
              <a:gd name="connsiteX13" fmla="*/ 6018836 w 6875362"/>
              <a:gd name="connsiteY13" fmla="*/ 2520297 h 2731749"/>
              <a:gd name="connsiteX14" fmla="*/ 6180881 w 6875362"/>
              <a:gd name="connsiteY14" fmla="*/ 2705492 h 2731749"/>
              <a:gd name="connsiteX15" fmla="*/ 6875362 w 6875362"/>
              <a:gd name="connsiteY15" fmla="*/ 2728641 h 2731749"/>
              <a:gd name="connsiteX0" fmla="*/ 0 w 6875362"/>
              <a:gd name="connsiteY0" fmla="*/ 2717067 h 2728860"/>
              <a:gd name="connsiteX1" fmla="*/ 544011 w 6875362"/>
              <a:gd name="connsiteY1" fmla="*/ 2717067 h 2728860"/>
              <a:gd name="connsiteX2" fmla="*/ 1111170 w 6875362"/>
              <a:gd name="connsiteY2" fmla="*/ 2659193 h 2728860"/>
              <a:gd name="connsiteX3" fmla="*/ 1423686 w 6875362"/>
              <a:gd name="connsiteY3" fmla="*/ 2462424 h 2728860"/>
              <a:gd name="connsiteX4" fmla="*/ 1655180 w 6875362"/>
              <a:gd name="connsiteY4" fmla="*/ 2300378 h 2728860"/>
              <a:gd name="connsiteX5" fmla="*/ 2071868 w 6875362"/>
              <a:gd name="connsiteY5" fmla="*/ 1258657 h 2728860"/>
              <a:gd name="connsiteX6" fmla="*/ 2882097 w 6875362"/>
              <a:gd name="connsiteY6" fmla="*/ 344257 h 2728860"/>
              <a:gd name="connsiteX7" fmla="*/ 3310360 w 6875362"/>
              <a:gd name="connsiteY7" fmla="*/ 66464 h 2728860"/>
              <a:gd name="connsiteX8" fmla="*/ 3646026 w 6875362"/>
              <a:gd name="connsiteY8" fmla="*/ 8591 h 2728860"/>
              <a:gd name="connsiteX9" fmla="*/ 4039565 w 6875362"/>
              <a:gd name="connsiteY9" fmla="*/ 205361 h 2728860"/>
              <a:gd name="connsiteX10" fmla="*/ 5046562 w 6875362"/>
              <a:gd name="connsiteY10" fmla="*/ 1119760 h 2728860"/>
              <a:gd name="connsiteX11" fmla="*/ 5416952 w 6875362"/>
              <a:gd name="connsiteY11" fmla="*/ 1675345 h 2728860"/>
              <a:gd name="connsiteX12" fmla="*/ 5764193 w 6875362"/>
              <a:gd name="connsiteY12" fmla="*/ 2230930 h 2728860"/>
              <a:gd name="connsiteX13" fmla="*/ 6018836 w 6875362"/>
              <a:gd name="connsiteY13" fmla="*/ 2520297 h 2728860"/>
              <a:gd name="connsiteX14" fmla="*/ 6551271 w 6875362"/>
              <a:gd name="connsiteY14" fmla="*/ 2670768 h 2728860"/>
              <a:gd name="connsiteX15" fmla="*/ 6875362 w 6875362"/>
              <a:gd name="connsiteY15" fmla="*/ 2728641 h 2728860"/>
              <a:gd name="connsiteX0" fmla="*/ 0 w 6875362"/>
              <a:gd name="connsiteY0" fmla="*/ 2717067 h 2728798"/>
              <a:gd name="connsiteX1" fmla="*/ 544011 w 6875362"/>
              <a:gd name="connsiteY1" fmla="*/ 2717067 h 2728798"/>
              <a:gd name="connsiteX2" fmla="*/ 1111170 w 6875362"/>
              <a:gd name="connsiteY2" fmla="*/ 2659193 h 2728798"/>
              <a:gd name="connsiteX3" fmla="*/ 1423686 w 6875362"/>
              <a:gd name="connsiteY3" fmla="*/ 2462424 h 2728798"/>
              <a:gd name="connsiteX4" fmla="*/ 1655180 w 6875362"/>
              <a:gd name="connsiteY4" fmla="*/ 2300378 h 2728798"/>
              <a:gd name="connsiteX5" fmla="*/ 2071868 w 6875362"/>
              <a:gd name="connsiteY5" fmla="*/ 1258657 h 2728798"/>
              <a:gd name="connsiteX6" fmla="*/ 2882097 w 6875362"/>
              <a:gd name="connsiteY6" fmla="*/ 344257 h 2728798"/>
              <a:gd name="connsiteX7" fmla="*/ 3310360 w 6875362"/>
              <a:gd name="connsiteY7" fmla="*/ 66464 h 2728798"/>
              <a:gd name="connsiteX8" fmla="*/ 3646026 w 6875362"/>
              <a:gd name="connsiteY8" fmla="*/ 8591 h 2728798"/>
              <a:gd name="connsiteX9" fmla="*/ 4039565 w 6875362"/>
              <a:gd name="connsiteY9" fmla="*/ 205361 h 2728798"/>
              <a:gd name="connsiteX10" fmla="*/ 5046562 w 6875362"/>
              <a:gd name="connsiteY10" fmla="*/ 1119760 h 2728798"/>
              <a:gd name="connsiteX11" fmla="*/ 5416952 w 6875362"/>
              <a:gd name="connsiteY11" fmla="*/ 1675345 h 2728798"/>
              <a:gd name="connsiteX12" fmla="*/ 5764193 w 6875362"/>
              <a:gd name="connsiteY12" fmla="*/ 2230930 h 2728798"/>
              <a:gd name="connsiteX13" fmla="*/ 6018836 w 6875362"/>
              <a:gd name="connsiteY13" fmla="*/ 2520297 h 2728798"/>
              <a:gd name="connsiteX14" fmla="*/ 6551271 w 6875362"/>
              <a:gd name="connsiteY14" fmla="*/ 2670768 h 2728798"/>
              <a:gd name="connsiteX15" fmla="*/ 6875362 w 6875362"/>
              <a:gd name="connsiteY15" fmla="*/ 2728641 h 2728798"/>
              <a:gd name="connsiteX0" fmla="*/ 0 w 6875362"/>
              <a:gd name="connsiteY0" fmla="*/ 2717067 h 2728798"/>
              <a:gd name="connsiteX1" fmla="*/ 544011 w 6875362"/>
              <a:gd name="connsiteY1" fmla="*/ 2717067 h 2728798"/>
              <a:gd name="connsiteX2" fmla="*/ 844953 w 6875362"/>
              <a:gd name="connsiteY2" fmla="*/ 2589745 h 2728798"/>
              <a:gd name="connsiteX3" fmla="*/ 1423686 w 6875362"/>
              <a:gd name="connsiteY3" fmla="*/ 2462424 h 2728798"/>
              <a:gd name="connsiteX4" fmla="*/ 1655180 w 6875362"/>
              <a:gd name="connsiteY4" fmla="*/ 2300378 h 2728798"/>
              <a:gd name="connsiteX5" fmla="*/ 2071868 w 6875362"/>
              <a:gd name="connsiteY5" fmla="*/ 1258657 h 2728798"/>
              <a:gd name="connsiteX6" fmla="*/ 2882097 w 6875362"/>
              <a:gd name="connsiteY6" fmla="*/ 344257 h 2728798"/>
              <a:gd name="connsiteX7" fmla="*/ 3310360 w 6875362"/>
              <a:gd name="connsiteY7" fmla="*/ 66464 h 2728798"/>
              <a:gd name="connsiteX8" fmla="*/ 3646026 w 6875362"/>
              <a:gd name="connsiteY8" fmla="*/ 8591 h 2728798"/>
              <a:gd name="connsiteX9" fmla="*/ 4039565 w 6875362"/>
              <a:gd name="connsiteY9" fmla="*/ 205361 h 2728798"/>
              <a:gd name="connsiteX10" fmla="*/ 5046562 w 6875362"/>
              <a:gd name="connsiteY10" fmla="*/ 1119760 h 2728798"/>
              <a:gd name="connsiteX11" fmla="*/ 5416952 w 6875362"/>
              <a:gd name="connsiteY11" fmla="*/ 1675345 h 2728798"/>
              <a:gd name="connsiteX12" fmla="*/ 5764193 w 6875362"/>
              <a:gd name="connsiteY12" fmla="*/ 2230930 h 2728798"/>
              <a:gd name="connsiteX13" fmla="*/ 6018836 w 6875362"/>
              <a:gd name="connsiteY13" fmla="*/ 2520297 h 2728798"/>
              <a:gd name="connsiteX14" fmla="*/ 6551271 w 6875362"/>
              <a:gd name="connsiteY14" fmla="*/ 2670768 h 2728798"/>
              <a:gd name="connsiteX15" fmla="*/ 6875362 w 6875362"/>
              <a:gd name="connsiteY15" fmla="*/ 2728641 h 2728798"/>
              <a:gd name="connsiteX0" fmla="*/ 0 w 6875362"/>
              <a:gd name="connsiteY0" fmla="*/ 2717067 h 2728798"/>
              <a:gd name="connsiteX1" fmla="*/ 416689 w 6875362"/>
              <a:gd name="connsiteY1" fmla="*/ 2636044 h 2728798"/>
              <a:gd name="connsiteX2" fmla="*/ 844953 w 6875362"/>
              <a:gd name="connsiteY2" fmla="*/ 2589745 h 2728798"/>
              <a:gd name="connsiteX3" fmla="*/ 1423686 w 6875362"/>
              <a:gd name="connsiteY3" fmla="*/ 2462424 h 2728798"/>
              <a:gd name="connsiteX4" fmla="*/ 1655180 w 6875362"/>
              <a:gd name="connsiteY4" fmla="*/ 2300378 h 2728798"/>
              <a:gd name="connsiteX5" fmla="*/ 2071868 w 6875362"/>
              <a:gd name="connsiteY5" fmla="*/ 1258657 h 2728798"/>
              <a:gd name="connsiteX6" fmla="*/ 2882097 w 6875362"/>
              <a:gd name="connsiteY6" fmla="*/ 344257 h 2728798"/>
              <a:gd name="connsiteX7" fmla="*/ 3310360 w 6875362"/>
              <a:gd name="connsiteY7" fmla="*/ 66464 h 2728798"/>
              <a:gd name="connsiteX8" fmla="*/ 3646026 w 6875362"/>
              <a:gd name="connsiteY8" fmla="*/ 8591 h 2728798"/>
              <a:gd name="connsiteX9" fmla="*/ 4039565 w 6875362"/>
              <a:gd name="connsiteY9" fmla="*/ 205361 h 2728798"/>
              <a:gd name="connsiteX10" fmla="*/ 5046562 w 6875362"/>
              <a:gd name="connsiteY10" fmla="*/ 1119760 h 2728798"/>
              <a:gd name="connsiteX11" fmla="*/ 5416952 w 6875362"/>
              <a:gd name="connsiteY11" fmla="*/ 1675345 h 2728798"/>
              <a:gd name="connsiteX12" fmla="*/ 5764193 w 6875362"/>
              <a:gd name="connsiteY12" fmla="*/ 2230930 h 2728798"/>
              <a:gd name="connsiteX13" fmla="*/ 6018836 w 6875362"/>
              <a:gd name="connsiteY13" fmla="*/ 2520297 h 2728798"/>
              <a:gd name="connsiteX14" fmla="*/ 6551271 w 6875362"/>
              <a:gd name="connsiteY14" fmla="*/ 2670768 h 2728798"/>
              <a:gd name="connsiteX15" fmla="*/ 6875362 w 6875362"/>
              <a:gd name="connsiteY15" fmla="*/ 2728641 h 2728798"/>
              <a:gd name="connsiteX0" fmla="*/ 0 w 6956385"/>
              <a:gd name="connsiteY0" fmla="*/ 2647619 h 2728798"/>
              <a:gd name="connsiteX1" fmla="*/ 497712 w 6956385"/>
              <a:gd name="connsiteY1" fmla="*/ 2636044 h 2728798"/>
              <a:gd name="connsiteX2" fmla="*/ 925976 w 6956385"/>
              <a:gd name="connsiteY2" fmla="*/ 2589745 h 2728798"/>
              <a:gd name="connsiteX3" fmla="*/ 1504709 w 6956385"/>
              <a:gd name="connsiteY3" fmla="*/ 2462424 h 2728798"/>
              <a:gd name="connsiteX4" fmla="*/ 1736203 w 6956385"/>
              <a:gd name="connsiteY4" fmla="*/ 2300378 h 2728798"/>
              <a:gd name="connsiteX5" fmla="*/ 2152891 w 6956385"/>
              <a:gd name="connsiteY5" fmla="*/ 1258657 h 2728798"/>
              <a:gd name="connsiteX6" fmla="*/ 2963120 w 6956385"/>
              <a:gd name="connsiteY6" fmla="*/ 344257 h 2728798"/>
              <a:gd name="connsiteX7" fmla="*/ 3391383 w 6956385"/>
              <a:gd name="connsiteY7" fmla="*/ 66464 h 2728798"/>
              <a:gd name="connsiteX8" fmla="*/ 3727049 w 6956385"/>
              <a:gd name="connsiteY8" fmla="*/ 8591 h 2728798"/>
              <a:gd name="connsiteX9" fmla="*/ 4120588 w 6956385"/>
              <a:gd name="connsiteY9" fmla="*/ 205361 h 2728798"/>
              <a:gd name="connsiteX10" fmla="*/ 5127585 w 6956385"/>
              <a:gd name="connsiteY10" fmla="*/ 1119760 h 2728798"/>
              <a:gd name="connsiteX11" fmla="*/ 5497975 w 6956385"/>
              <a:gd name="connsiteY11" fmla="*/ 1675345 h 2728798"/>
              <a:gd name="connsiteX12" fmla="*/ 5845216 w 6956385"/>
              <a:gd name="connsiteY12" fmla="*/ 2230930 h 2728798"/>
              <a:gd name="connsiteX13" fmla="*/ 6099859 w 6956385"/>
              <a:gd name="connsiteY13" fmla="*/ 2520297 h 2728798"/>
              <a:gd name="connsiteX14" fmla="*/ 6632294 w 6956385"/>
              <a:gd name="connsiteY14" fmla="*/ 2670768 h 2728798"/>
              <a:gd name="connsiteX15" fmla="*/ 6956385 w 6956385"/>
              <a:gd name="connsiteY15" fmla="*/ 2728641 h 2728798"/>
              <a:gd name="connsiteX0" fmla="*/ 0 w 6956385"/>
              <a:gd name="connsiteY0" fmla="*/ 2647619 h 2728798"/>
              <a:gd name="connsiteX1" fmla="*/ 462988 w 6956385"/>
              <a:gd name="connsiteY1" fmla="*/ 2555021 h 2728798"/>
              <a:gd name="connsiteX2" fmla="*/ 925976 w 6956385"/>
              <a:gd name="connsiteY2" fmla="*/ 2589745 h 2728798"/>
              <a:gd name="connsiteX3" fmla="*/ 1504709 w 6956385"/>
              <a:gd name="connsiteY3" fmla="*/ 2462424 h 2728798"/>
              <a:gd name="connsiteX4" fmla="*/ 1736203 w 6956385"/>
              <a:gd name="connsiteY4" fmla="*/ 2300378 h 2728798"/>
              <a:gd name="connsiteX5" fmla="*/ 2152891 w 6956385"/>
              <a:gd name="connsiteY5" fmla="*/ 1258657 h 2728798"/>
              <a:gd name="connsiteX6" fmla="*/ 2963120 w 6956385"/>
              <a:gd name="connsiteY6" fmla="*/ 344257 h 2728798"/>
              <a:gd name="connsiteX7" fmla="*/ 3391383 w 6956385"/>
              <a:gd name="connsiteY7" fmla="*/ 66464 h 2728798"/>
              <a:gd name="connsiteX8" fmla="*/ 3727049 w 6956385"/>
              <a:gd name="connsiteY8" fmla="*/ 8591 h 2728798"/>
              <a:gd name="connsiteX9" fmla="*/ 4120588 w 6956385"/>
              <a:gd name="connsiteY9" fmla="*/ 205361 h 2728798"/>
              <a:gd name="connsiteX10" fmla="*/ 5127585 w 6956385"/>
              <a:gd name="connsiteY10" fmla="*/ 1119760 h 2728798"/>
              <a:gd name="connsiteX11" fmla="*/ 5497975 w 6956385"/>
              <a:gd name="connsiteY11" fmla="*/ 1675345 h 2728798"/>
              <a:gd name="connsiteX12" fmla="*/ 5845216 w 6956385"/>
              <a:gd name="connsiteY12" fmla="*/ 2230930 h 2728798"/>
              <a:gd name="connsiteX13" fmla="*/ 6099859 w 6956385"/>
              <a:gd name="connsiteY13" fmla="*/ 2520297 h 2728798"/>
              <a:gd name="connsiteX14" fmla="*/ 6632294 w 6956385"/>
              <a:gd name="connsiteY14" fmla="*/ 2670768 h 2728798"/>
              <a:gd name="connsiteX15" fmla="*/ 6956385 w 6956385"/>
              <a:gd name="connsiteY15" fmla="*/ 2728641 h 2728798"/>
              <a:gd name="connsiteX0" fmla="*/ 0 w 6956385"/>
              <a:gd name="connsiteY0" fmla="*/ 2647619 h 2728798"/>
              <a:gd name="connsiteX1" fmla="*/ 462988 w 6956385"/>
              <a:gd name="connsiteY1" fmla="*/ 2555021 h 2728798"/>
              <a:gd name="connsiteX2" fmla="*/ 856528 w 6956385"/>
              <a:gd name="connsiteY2" fmla="*/ 2462423 h 2728798"/>
              <a:gd name="connsiteX3" fmla="*/ 1504709 w 6956385"/>
              <a:gd name="connsiteY3" fmla="*/ 2462424 h 2728798"/>
              <a:gd name="connsiteX4" fmla="*/ 1736203 w 6956385"/>
              <a:gd name="connsiteY4" fmla="*/ 2300378 h 2728798"/>
              <a:gd name="connsiteX5" fmla="*/ 2152891 w 6956385"/>
              <a:gd name="connsiteY5" fmla="*/ 1258657 h 2728798"/>
              <a:gd name="connsiteX6" fmla="*/ 2963120 w 6956385"/>
              <a:gd name="connsiteY6" fmla="*/ 344257 h 2728798"/>
              <a:gd name="connsiteX7" fmla="*/ 3391383 w 6956385"/>
              <a:gd name="connsiteY7" fmla="*/ 66464 h 2728798"/>
              <a:gd name="connsiteX8" fmla="*/ 3727049 w 6956385"/>
              <a:gd name="connsiteY8" fmla="*/ 8591 h 2728798"/>
              <a:gd name="connsiteX9" fmla="*/ 4120588 w 6956385"/>
              <a:gd name="connsiteY9" fmla="*/ 205361 h 2728798"/>
              <a:gd name="connsiteX10" fmla="*/ 5127585 w 6956385"/>
              <a:gd name="connsiteY10" fmla="*/ 1119760 h 2728798"/>
              <a:gd name="connsiteX11" fmla="*/ 5497975 w 6956385"/>
              <a:gd name="connsiteY11" fmla="*/ 1675345 h 2728798"/>
              <a:gd name="connsiteX12" fmla="*/ 5845216 w 6956385"/>
              <a:gd name="connsiteY12" fmla="*/ 2230930 h 2728798"/>
              <a:gd name="connsiteX13" fmla="*/ 6099859 w 6956385"/>
              <a:gd name="connsiteY13" fmla="*/ 2520297 h 2728798"/>
              <a:gd name="connsiteX14" fmla="*/ 6632294 w 6956385"/>
              <a:gd name="connsiteY14" fmla="*/ 2670768 h 2728798"/>
              <a:gd name="connsiteX15" fmla="*/ 6956385 w 6956385"/>
              <a:gd name="connsiteY15" fmla="*/ 2728641 h 2728798"/>
              <a:gd name="connsiteX0" fmla="*/ 0 w 6956385"/>
              <a:gd name="connsiteY0" fmla="*/ 2647619 h 2728798"/>
              <a:gd name="connsiteX1" fmla="*/ 462988 w 6956385"/>
              <a:gd name="connsiteY1" fmla="*/ 2555021 h 2728798"/>
              <a:gd name="connsiteX2" fmla="*/ 856528 w 6956385"/>
              <a:gd name="connsiteY2" fmla="*/ 2462423 h 2728798"/>
              <a:gd name="connsiteX3" fmla="*/ 1400537 w 6956385"/>
              <a:gd name="connsiteY3" fmla="*/ 2369827 h 2728798"/>
              <a:gd name="connsiteX4" fmla="*/ 1736203 w 6956385"/>
              <a:gd name="connsiteY4" fmla="*/ 2300378 h 2728798"/>
              <a:gd name="connsiteX5" fmla="*/ 2152891 w 6956385"/>
              <a:gd name="connsiteY5" fmla="*/ 1258657 h 2728798"/>
              <a:gd name="connsiteX6" fmla="*/ 2963120 w 6956385"/>
              <a:gd name="connsiteY6" fmla="*/ 344257 h 2728798"/>
              <a:gd name="connsiteX7" fmla="*/ 3391383 w 6956385"/>
              <a:gd name="connsiteY7" fmla="*/ 66464 h 2728798"/>
              <a:gd name="connsiteX8" fmla="*/ 3727049 w 6956385"/>
              <a:gd name="connsiteY8" fmla="*/ 8591 h 2728798"/>
              <a:gd name="connsiteX9" fmla="*/ 4120588 w 6956385"/>
              <a:gd name="connsiteY9" fmla="*/ 205361 h 2728798"/>
              <a:gd name="connsiteX10" fmla="*/ 5127585 w 6956385"/>
              <a:gd name="connsiteY10" fmla="*/ 1119760 h 2728798"/>
              <a:gd name="connsiteX11" fmla="*/ 5497975 w 6956385"/>
              <a:gd name="connsiteY11" fmla="*/ 1675345 h 2728798"/>
              <a:gd name="connsiteX12" fmla="*/ 5845216 w 6956385"/>
              <a:gd name="connsiteY12" fmla="*/ 2230930 h 2728798"/>
              <a:gd name="connsiteX13" fmla="*/ 6099859 w 6956385"/>
              <a:gd name="connsiteY13" fmla="*/ 2520297 h 2728798"/>
              <a:gd name="connsiteX14" fmla="*/ 6632294 w 6956385"/>
              <a:gd name="connsiteY14" fmla="*/ 2670768 h 2728798"/>
              <a:gd name="connsiteX15" fmla="*/ 6956385 w 6956385"/>
              <a:gd name="connsiteY15" fmla="*/ 2728641 h 2728798"/>
              <a:gd name="connsiteX0" fmla="*/ 0 w 6956385"/>
              <a:gd name="connsiteY0" fmla="*/ 2647619 h 2728798"/>
              <a:gd name="connsiteX1" fmla="*/ 462988 w 6956385"/>
              <a:gd name="connsiteY1" fmla="*/ 2555021 h 2728798"/>
              <a:gd name="connsiteX2" fmla="*/ 856528 w 6956385"/>
              <a:gd name="connsiteY2" fmla="*/ 2462423 h 2728798"/>
              <a:gd name="connsiteX3" fmla="*/ 1423686 w 6956385"/>
              <a:gd name="connsiteY3" fmla="*/ 2450850 h 2728798"/>
              <a:gd name="connsiteX4" fmla="*/ 1736203 w 6956385"/>
              <a:gd name="connsiteY4" fmla="*/ 2300378 h 2728798"/>
              <a:gd name="connsiteX5" fmla="*/ 2152891 w 6956385"/>
              <a:gd name="connsiteY5" fmla="*/ 1258657 h 2728798"/>
              <a:gd name="connsiteX6" fmla="*/ 2963120 w 6956385"/>
              <a:gd name="connsiteY6" fmla="*/ 344257 h 2728798"/>
              <a:gd name="connsiteX7" fmla="*/ 3391383 w 6956385"/>
              <a:gd name="connsiteY7" fmla="*/ 66464 h 2728798"/>
              <a:gd name="connsiteX8" fmla="*/ 3727049 w 6956385"/>
              <a:gd name="connsiteY8" fmla="*/ 8591 h 2728798"/>
              <a:gd name="connsiteX9" fmla="*/ 4120588 w 6956385"/>
              <a:gd name="connsiteY9" fmla="*/ 205361 h 2728798"/>
              <a:gd name="connsiteX10" fmla="*/ 5127585 w 6956385"/>
              <a:gd name="connsiteY10" fmla="*/ 1119760 h 2728798"/>
              <a:gd name="connsiteX11" fmla="*/ 5497975 w 6956385"/>
              <a:gd name="connsiteY11" fmla="*/ 1675345 h 2728798"/>
              <a:gd name="connsiteX12" fmla="*/ 5845216 w 6956385"/>
              <a:gd name="connsiteY12" fmla="*/ 2230930 h 2728798"/>
              <a:gd name="connsiteX13" fmla="*/ 6099859 w 6956385"/>
              <a:gd name="connsiteY13" fmla="*/ 2520297 h 2728798"/>
              <a:gd name="connsiteX14" fmla="*/ 6632294 w 6956385"/>
              <a:gd name="connsiteY14" fmla="*/ 2670768 h 2728798"/>
              <a:gd name="connsiteX15" fmla="*/ 6956385 w 6956385"/>
              <a:gd name="connsiteY15" fmla="*/ 2728641 h 2728798"/>
              <a:gd name="connsiteX0" fmla="*/ 0 w 6956385"/>
              <a:gd name="connsiteY0" fmla="*/ 2647619 h 2728798"/>
              <a:gd name="connsiteX1" fmla="*/ 462988 w 6956385"/>
              <a:gd name="connsiteY1" fmla="*/ 2555021 h 2728798"/>
              <a:gd name="connsiteX2" fmla="*/ 879677 w 6956385"/>
              <a:gd name="connsiteY2" fmla="*/ 2555021 h 2728798"/>
              <a:gd name="connsiteX3" fmla="*/ 1423686 w 6956385"/>
              <a:gd name="connsiteY3" fmla="*/ 2450850 h 2728798"/>
              <a:gd name="connsiteX4" fmla="*/ 1736203 w 6956385"/>
              <a:gd name="connsiteY4" fmla="*/ 2300378 h 2728798"/>
              <a:gd name="connsiteX5" fmla="*/ 2152891 w 6956385"/>
              <a:gd name="connsiteY5" fmla="*/ 1258657 h 2728798"/>
              <a:gd name="connsiteX6" fmla="*/ 2963120 w 6956385"/>
              <a:gd name="connsiteY6" fmla="*/ 344257 h 2728798"/>
              <a:gd name="connsiteX7" fmla="*/ 3391383 w 6956385"/>
              <a:gd name="connsiteY7" fmla="*/ 66464 h 2728798"/>
              <a:gd name="connsiteX8" fmla="*/ 3727049 w 6956385"/>
              <a:gd name="connsiteY8" fmla="*/ 8591 h 2728798"/>
              <a:gd name="connsiteX9" fmla="*/ 4120588 w 6956385"/>
              <a:gd name="connsiteY9" fmla="*/ 205361 h 2728798"/>
              <a:gd name="connsiteX10" fmla="*/ 5127585 w 6956385"/>
              <a:gd name="connsiteY10" fmla="*/ 1119760 h 2728798"/>
              <a:gd name="connsiteX11" fmla="*/ 5497975 w 6956385"/>
              <a:gd name="connsiteY11" fmla="*/ 1675345 h 2728798"/>
              <a:gd name="connsiteX12" fmla="*/ 5845216 w 6956385"/>
              <a:gd name="connsiteY12" fmla="*/ 2230930 h 2728798"/>
              <a:gd name="connsiteX13" fmla="*/ 6099859 w 6956385"/>
              <a:gd name="connsiteY13" fmla="*/ 2520297 h 2728798"/>
              <a:gd name="connsiteX14" fmla="*/ 6632294 w 6956385"/>
              <a:gd name="connsiteY14" fmla="*/ 2670768 h 2728798"/>
              <a:gd name="connsiteX15" fmla="*/ 6956385 w 6956385"/>
              <a:gd name="connsiteY15" fmla="*/ 2728641 h 2728798"/>
              <a:gd name="connsiteX0" fmla="*/ 0 w 6956385"/>
              <a:gd name="connsiteY0" fmla="*/ 2647619 h 2728798"/>
              <a:gd name="connsiteX1" fmla="*/ 393540 w 6956385"/>
              <a:gd name="connsiteY1" fmla="*/ 2555021 h 2728798"/>
              <a:gd name="connsiteX2" fmla="*/ 879677 w 6956385"/>
              <a:gd name="connsiteY2" fmla="*/ 2555021 h 2728798"/>
              <a:gd name="connsiteX3" fmla="*/ 1423686 w 6956385"/>
              <a:gd name="connsiteY3" fmla="*/ 2450850 h 2728798"/>
              <a:gd name="connsiteX4" fmla="*/ 1736203 w 6956385"/>
              <a:gd name="connsiteY4" fmla="*/ 2300378 h 2728798"/>
              <a:gd name="connsiteX5" fmla="*/ 2152891 w 6956385"/>
              <a:gd name="connsiteY5" fmla="*/ 1258657 h 2728798"/>
              <a:gd name="connsiteX6" fmla="*/ 2963120 w 6956385"/>
              <a:gd name="connsiteY6" fmla="*/ 344257 h 2728798"/>
              <a:gd name="connsiteX7" fmla="*/ 3391383 w 6956385"/>
              <a:gd name="connsiteY7" fmla="*/ 66464 h 2728798"/>
              <a:gd name="connsiteX8" fmla="*/ 3727049 w 6956385"/>
              <a:gd name="connsiteY8" fmla="*/ 8591 h 2728798"/>
              <a:gd name="connsiteX9" fmla="*/ 4120588 w 6956385"/>
              <a:gd name="connsiteY9" fmla="*/ 205361 h 2728798"/>
              <a:gd name="connsiteX10" fmla="*/ 5127585 w 6956385"/>
              <a:gd name="connsiteY10" fmla="*/ 1119760 h 2728798"/>
              <a:gd name="connsiteX11" fmla="*/ 5497975 w 6956385"/>
              <a:gd name="connsiteY11" fmla="*/ 1675345 h 2728798"/>
              <a:gd name="connsiteX12" fmla="*/ 5845216 w 6956385"/>
              <a:gd name="connsiteY12" fmla="*/ 2230930 h 2728798"/>
              <a:gd name="connsiteX13" fmla="*/ 6099859 w 6956385"/>
              <a:gd name="connsiteY13" fmla="*/ 2520297 h 2728798"/>
              <a:gd name="connsiteX14" fmla="*/ 6632294 w 6956385"/>
              <a:gd name="connsiteY14" fmla="*/ 2670768 h 2728798"/>
              <a:gd name="connsiteX15" fmla="*/ 6956385 w 6956385"/>
              <a:gd name="connsiteY15" fmla="*/ 2728641 h 2728798"/>
              <a:gd name="connsiteX0" fmla="*/ 0 w 6956385"/>
              <a:gd name="connsiteY0" fmla="*/ 2647619 h 2728798"/>
              <a:gd name="connsiteX1" fmla="*/ 393540 w 6956385"/>
              <a:gd name="connsiteY1" fmla="*/ 2555021 h 2728798"/>
              <a:gd name="connsiteX2" fmla="*/ 879677 w 6956385"/>
              <a:gd name="connsiteY2" fmla="*/ 2555021 h 2728798"/>
              <a:gd name="connsiteX3" fmla="*/ 1423686 w 6956385"/>
              <a:gd name="connsiteY3" fmla="*/ 2450850 h 2728798"/>
              <a:gd name="connsiteX4" fmla="*/ 1655180 w 6956385"/>
              <a:gd name="connsiteY4" fmla="*/ 2242505 h 2728798"/>
              <a:gd name="connsiteX5" fmla="*/ 2152891 w 6956385"/>
              <a:gd name="connsiteY5" fmla="*/ 1258657 h 2728798"/>
              <a:gd name="connsiteX6" fmla="*/ 2963120 w 6956385"/>
              <a:gd name="connsiteY6" fmla="*/ 344257 h 2728798"/>
              <a:gd name="connsiteX7" fmla="*/ 3391383 w 6956385"/>
              <a:gd name="connsiteY7" fmla="*/ 66464 h 2728798"/>
              <a:gd name="connsiteX8" fmla="*/ 3727049 w 6956385"/>
              <a:gd name="connsiteY8" fmla="*/ 8591 h 2728798"/>
              <a:gd name="connsiteX9" fmla="*/ 4120588 w 6956385"/>
              <a:gd name="connsiteY9" fmla="*/ 205361 h 2728798"/>
              <a:gd name="connsiteX10" fmla="*/ 5127585 w 6956385"/>
              <a:gd name="connsiteY10" fmla="*/ 1119760 h 2728798"/>
              <a:gd name="connsiteX11" fmla="*/ 5497975 w 6956385"/>
              <a:gd name="connsiteY11" fmla="*/ 1675345 h 2728798"/>
              <a:gd name="connsiteX12" fmla="*/ 5845216 w 6956385"/>
              <a:gd name="connsiteY12" fmla="*/ 2230930 h 2728798"/>
              <a:gd name="connsiteX13" fmla="*/ 6099859 w 6956385"/>
              <a:gd name="connsiteY13" fmla="*/ 2520297 h 2728798"/>
              <a:gd name="connsiteX14" fmla="*/ 6632294 w 6956385"/>
              <a:gd name="connsiteY14" fmla="*/ 2670768 h 2728798"/>
              <a:gd name="connsiteX15" fmla="*/ 6956385 w 6956385"/>
              <a:gd name="connsiteY15" fmla="*/ 2728641 h 2728798"/>
              <a:gd name="connsiteX0" fmla="*/ 0 w 6956385"/>
              <a:gd name="connsiteY0" fmla="*/ 2647619 h 2728798"/>
              <a:gd name="connsiteX1" fmla="*/ 419989 w 6956385"/>
              <a:gd name="connsiteY1" fmla="*/ 2624099 h 2728798"/>
              <a:gd name="connsiteX2" fmla="*/ 879677 w 6956385"/>
              <a:gd name="connsiteY2" fmla="*/ 2555021 h 2728798"/>
              <a:gd name="connsiteX3" fmla="*/ 1423686 w 6956385"/>
              <a:gd name="connsiteY3" fmla="*/ 2450850 h 2728798"/>
              <a:gd name="connsiteX4" fmla="*/ 1655180 w 6956385"/>
              <a:gd name="connsiteY4" fmla="*/ 2242505 h 2728798"/>
              <a:gd name="connsiteX5" fmla="*/ 2152891 w 6956385"/>
              <a:gd name="connsiteY5" fmla="*/ 1258657 h 2728798"/>
              <a:gd name="connsiteX6" fmla="*/ 2963120 w 6956385"/>
              <a:gd name="connsiteY6" fmla="*/ 344257 h 2728798"/>
              <a:gd name="connsiteX7" fmla="*/ 3391383 w 6956385"/>
              <a:gd name="connsiteY7" fmla="*/ 66464 h 2728798"/>
              <a:gd name="connsiteX8" fmla="*/ 3727049 w 6956385"/>
              <a:gd name="connsiteY8" fmla="*/ 8591 h 2728798"/>
              <a:gd name="connsiteX9" fmla="*/ 4120588 w 6956385"/>
              <a:gd name="connsiteY9" fmla="*/ 205361 h 2728798"/>
              <a:gd name="connsiteX10" fmla="*/ 5127585 w 6956385"/>
              <a:gd name="connsiteY10" fmla="*/ 1119760 h 2728798"/>
              <a:gd name="connsiteX11" fmla="*/ 5497975 w 6956385"/>
              <a:gd name="connsiteY11" fmla="*/ 1675345 h 2728798"/>
              <a:gd name="connsiteX12" fmla="*/ 5845216 w 6956385"/>
              <a:gd name="connsiteY12" fmla="*/ 2230930 h 2728798"/>
              <a:gd name="connsiteX13" fmla="*/ 6099859 w 6956385"/>
              <a:gd name="connsiteY13" fmla="*/ 2520297 h 2728798"/>
              <a:gd name="connsiteX14" fmla="*/ 6632294 w 6956385"/>
              <a:gd name="connsiteY14" fmla="*/ 2670768 h 2728798"/>
              <a:gd name="connsiteX15" fmla="*/ 6956385 w 6956385"/>
              <a:gd name="connsiteY15" fmla="*/ 2728641 h 2728798"/>
              <a:gd name="connsiteX0" fmla="*/ 0 w 6956385"/>
              <a:gd name="connsiteY0" fmla="*/ 2647619 h 2728798"/>
              <a:gd name="connsiteX1" fmla="*/ 419989 w 6956385"/>
              <a:gd name="connsiteY1" fmla="*/ 2624099 h 2728798"/>
              <a:gd name="connsiteX2" fmla="*/ 879677 w 6956385"/>
              <a:gd name="connsiteY2" fmla="*/ 2468673 h 2728798"/>
              <a:gd name="connsiteX3" fmla="*/ 1423686 w 6956385"/>
              <a:gd name="connsiteY3" fmla="*/ 2450850 h 2728798"/>
              <a:gd name="connsiteX4" fmla="*/ 1655180 w 6956385"/>
              <a:gd name="connsiteY4" fmla="*/ 2242505 h 2728798"/>
              <a:gd name="connsiteX5" fmla="*/ 2152891 w 6956385"/>
              <a:gd name="connsiteY5" fmla="*/ 1258657 h 2728798"/>
              <a:gd name="connsiteX6" fmla="*/ 2963120 w 6956385"/>
              <a:gd name="connsiteY6" fmla="*/ 344257 h 2728798"/>
              <a:gd name="connsiteX7" fmla="*/ 3391383 w 6956385"/>
              <a:gd name="connsiteY7" fmla="*/ 66464 h 2728798"/>
              <a:gd name="connsiteX8" fmla="*/ 3727049 w 6956385"/>
              <a:gd name="connsiteY8" fmla="*/ 8591 h 2728798"/>
              <a:gd name="connsiteX9" fmla="*/ 4120588 w 6956385"/>
              <a:gd name="connsiteY9" fmla="*/ 205361 h 2728798"/>
              <a:gd name="connsiteX10" fmla="*/ 5127585 w 6956385"/>
              <a:gd name="connsiteY10" fmla="*/ 1119760 h 2728798"/>
              <a:gd name="connsiteX11" fmla="*/ 5497975 w 6956385"/>
              <a:gd name="connsiteY11" fmla="*/ 1675345 h 2728798"/>
              <a:gd name="connsiteX12" fmla="*/ 5845216 w 6956385"/>
              <a:gd name="connsiteY12" fmla="*/ 2230930 h 2728798"/>
              <a:gd name="connsiteX13" fmla="*/ 6099859 w 6956385"/>
              <a:gd name="connsiteY13" fmla="*/ 2520297 h 2728798"/>
              <a:gd name="connsiteX14" fmla="*/ 6632294 w 6956385"/>
              <a:gd name="connsiteY14" fmla="*/ 2670768 h 2728798"/>
              <a:gd name="connsiteX15" fmla="*/ 6956385 w 6956385"/>
              <a:gd name="connsiteY15" fmla="*/ 2728641 h 2728798"/>
              <a:gd name="connsiteX0" fmla="*/ 0 w 6956385"/>
              <a:gd name="connsiteY0" fmla="*/ 2647619 h 2728798"/>
              <a:gd name="connsiteX1" fmla="*/ 419989 w 6956385"/>
              <a:gd name="connsiteY1" fmla="*/ 2624099 h 2728798"/>
              <a:gd name="connsiteX2" fmla="*/ 879677 w 6956385"/>
              <a:gd name="connsiteY2" fmla="*/ 2468673 h 2728798"/>
              <a:gd name="connsiteX3" fmla="*/ 1397236 w 6956385"/>
              <a:gd name="connsiteY3" fmla="*/ 2347234 h 2728798"/>
              <a:gd name="connsiteX4" fmla="*/ 1655180 w 6956385"/>
              <a:gd name="connsiteY4" fmla="*/ 2242505 h 2728798"/>
              <a:gd name="connsiteX5" fmla="*/ 2152891 w 6956385"/>
              <a:gd name="connsiteY5" fmla="*/ 1258657 h 2728798"/>
              <a:gd name="connsiteX6" fmla="*/ 2963120 w 6956385"/>
              <a:gd name="connsiteY6" fmla="*/ 344257 h 2728798"/>
              <a:gd name="connsiteX7" fmla="*/ 3391383 w 6956385"/>
              <a:gd name="connsiteY7" fmla="*/ 66464 h 2728798"/>
              <a:gd name="connsiteX8" fmla="*/ 3727049 w 6956385"/>
              <a:gd name="connsiteY8" fmla="*/ 8591 h 2728798"/>
              <a:gd name="connsiteX9" fmla="*/ 4120588 w 6956385"/>
              <a:gd name="connsiteY9" fmla="*/ 205361 h 2728798"/>
              <a:gd name="connsiteX10" fmla="*/ 5127585 w 6956385"/>
              <a:gd name="connsiteY10" fmla="*/ 1119760 h 2728798"/>
              <a:gd name="connsiteX11" fmla="*/ 5497975 w 6956385"/>
              <a:gd name="connsiteY11" fmla="*/ 1675345 h 2728798"/>
              <a:gd name="connsiteX12" fmla="*/ 5845216 w 6956385"/>
              <a:gd name="connsiteY12" fmla="*/ 2230930 h 2728798"/>
              <a:gd name="connsiteX13" fmla="*/ 6099859 w 6956385"/>
              <a:gd name="connsiteY13" fmla="*/ 2520297 h 2728798"/>
              <a:gd name="connsiteX14" fmla="*/ 6632294 w 6956385"/>
              <a:gd name="connsiteY14" fmla="*/ 2670768 h 2728798"/>
              <a:gd name="connsiteX15" fmla="*/ 6956385 w 6956385"/>
              <a:gd name="connsiteY15" fmla="*/ 2728641 h 2728798"/>
              <a:gd name="connsiteX0" fmla="*/ 0 w 6956385"/>
              <a:gd name="connsiteY0" fmla="*/ 2647619 h 2728798"/>
              <a:gd name="connsiteX1" fmla="*/ 419989 w 6956385"/>
              <a:gd name="connsiteY1" fmla="*/ 2624099 h 2728798"/>
              <a:gd name="connsiteX2" fmla="*/ 879677 w 6956385"/>
              <a:gd name="connsiteY2" fmla="*/ 2468673 h 2728798"/>
              <a:gd name="connsiteX3" fmla="*/ 1397236 w 6956385"/>
              <a:gd name="connsiteY3" fmla="*/ 2347234 h 2728798"/>
              <a:gd name="connsiteX4" fmla="*/ 1602281 w 6956385"/>
              <a:gd name="connsiteY4" fmla="*/ 2138888 h 2728798"/>
              <a:gd name="connsiteX5" fmla="*/ 2152891 w 6956385"/>
              <a:gd name="connsiteY5" fmla="*/ 1258657 h 2728798"/>
              <a:gd name="connsiteX6" fmla="*/ 2963120 w 6956385"/>
              <a:gd name="connsiteY6" fmla="*/ 344257 h 2728798"/>
              <a:gd name="connsiteX7" fmla="*/ 3391383 w 6956385"/>
              <a:gd name="connsiteY7" fmla="*/ 66464 h 2728798"/>
              <a:gd name="connsiteX8" fmla="*/ 3727049 w 6956385"/>
              <a:gd name="connsiteY8" fmla="*/ 8591 h 2728798"/>
              <a:gd name="connsiteX9" fmla="*/ 4120588 w 6956385"/>
              <a:gd name="connsiteY9" fmla="*/ 205361 h 2728798"/>
              <a:gd name="connsiteX10" fmla="*/ 5127585 w 6956385"/>
              <a:gd name="connsiteY10" fmla="*/ 1119760 h 2728798"/>
              <a:gd name="connsiteX11" fmla="*/ 5497975 w 6956385"/>
              <a:gd name="connsiteY11" fmla="*/ 1675345 h 2728798"/>
              <a:gd name="connsiteX12" fmla="*/ 5845216 w 6956385"/>
              <a:gd name="connsiteY12" fmla="*/ 2230930 h 2728798"/>
              <a:gd name="connsiteX13" fmla="*/ 6099859 w 6956385"/>
              <a:gd name="connsiteY13" fmla="*/ 2520297 h 2728798"/>
              <a:gd name="connsiteX14" fmla="*/ 6632294 w 6956385"/>
              <a:gd name="connsiteY14" fmla="*/ 2670768 h 2728798"/>
              <a:gd name="connsiteX15" fmla="*/ 6956385 w 6956385"/>
              <a:gd name="connsiteY15" fmla="*/ 2728641 h 2728798"/>
              <a:gd name="connsiteX0" fmla="*/ 0 w 6956385"/>
              <a:gd name="connsiteY0" fmla="*/ 2647619 h 2728798"/>
              <a:gd name="connsiteX1" fmla="*/ 419989 w 6956385"/>
              <a:gd name="connsiteY1" fmla="*/ 2624099 h 2728798"/>
              <a:gd name="connsiteX2" fmla="*/ 879677 w 6956385"/>
              <a:gd name="connsiteY2" fmla="*/ 2468673 h 2728798"/>
              <a:gd name="connsiteX3" fmla="*/ 1370786 w 6956385"/>
              <a:gd name="connsiteY3" fmla="*/ 2329964 h 2728798"/>
              <a:gd name="connsiteX4" fmla="*/ 1602281 w 6956385"/>
              <a:gd name="connsiteY4" fmla="*/ 2138888 h 2728798"/>
              <a:gd name="connsiteX5" fmla="*/ 2152891 w 6956385"/>
              <a:gd name="connsiteY5" fmla="*/ 1258657 h 2728798"/>
              <a:gd name="connsiteX6" fmla="*/ 2963120 w 6956385"/>
              <a:gd name="connsiteY6" fmla="*/ 344257 h 2728798"/>
              <a:gd name="connsiteX7" fmla="*/ 3391383 w 6956385"/>
              <a:gd name="connsiteY7" fmla="*/ 66464 h 2728798"/>
              <a:gd name="connsiteX8" fmla="*/ 3727049 w 6956385"/>
              <a:gd name="connsiteY8" fmla="*/ 8591 h 2728798"/>
              <a:gd name="connsiteX9" fmla="*/ 4120588 w 6956385"/>
              <a:gd name="connsiteY9" fmla="*/ 205361 h 2728798"/>
              <a:gd name="connsiteX10" fmla="*/ 5127585 w 6956385"/>
              <a:gd name="connsiteY10" fmla="*/ 1119760 h 2728798"/>
              <a:gd name="connsiteX11" fmla="*/ 5497975 w 6956385"/>
              <a:gd name="connsiteY11" fmla="*/ 1675345 h 2728798"/>
              <a:gd name="connsiteX12" fmla="*/ 5845216 w 6956385"/>
              <a:gd name="connsiteY12" fmla="*/ 2230930 h 2728798"/>
              <a:gd name="connsiteX13" fmla="*/ 6099859 w 6956385"/>
              <a:gd name="connsiteY13" fmla="*/ 2520297 h 2728798"/>
              <a:gd name="connsiteX14" fmla="*/ 6632294 w 6956385"/>
              <a:gd name="connsiteY14" fmla="*/ 2670768 h 2728798"/>
              <a:gd name="connsiteX15" fmla="*/ 6956385 w 6956385"/>
              <a:gd name="connsiteY15" fmla="*/ 2728641 h 2728798"/>
              <a:gd name="connsiteX0" fmla="*/ 0 w 6956385"/>
              <a:gd name="connsiteY0" fmla="*/ 2647619 h 2728798"/>
              <a:gd name="connsiteX1" fmla="*/ 419989 w 6956385"/>
              <a:gd name="connsiteY1" fmla="*/ 2624099 h 2728798"/>
              <a:gd name="connsiteX2" fmla="*/ 985478 w 6956385"/>
              <a:gd name="connsiteY2" fmla="*/ 2506604 h 2728798"/>
              <a:gd name="connsiteX3" fmla="*/ 1370786 w 6956385"/>
              <a:gd name="connsiteY3" fmla="*/ 2329964 h 2728798"/>
              <a:gd name="connsiteX4" fmla="*/ 1602281 w 6956385"/>
              <a:gd name="connsiteY4" fmla="*/ 2138888 h 2728798"/>
              <a:gd name="connsiteX5" fmla="*/ 2152891 w 6956385"/>
              <a:gd name="connsiteY5" fmla="*/ 1258657 h 2728798"/>
              <a:gd name="connsiteX6" fmla="*/ 2963120 w 6956385"/>
              <a:gd name="connsiteY6" fmla="*/ 344257 h 2728798"/>
              <a:gd name="connsiteX7" fmla="*/ 3391383 w 6956385"/>
              <a:gd name="connsiteY7" fmla="*/ 66464 h 2728798"/>
              <a:gd name="connsiteX8" fmla="*/ 3727049 w 6956385"/>
              <a:gd name="connsiteY8" fmla="*/ 8591 h 2728798"/>
              <a:gd name="connsiteX9" fmla="*/ 4120588 w 6956385"/>
              <a:gd name="connsiteY9" fmla="*/ 205361 h 2728798"/>
              <a:gd name="connsiteX10" fmla="*/ 5127585 w 6956385"/>
              <a:gd name="connsiteY10" fmla="*/ 1119760 h 2728798"/>
              <a:gd name="connsiteX11" fmla="*/ 5497975 w 6956385"/>
              <a:gd name="connsiteY11" fmla="*/ 1675345 h 2728798"/>
              <a:gd name="connsiteX12" fmla="*/ 5845216 w 6956385"/>
              <a:gd name="connsiteY12" fmla="*/ 2230930 h 2728798"/>
              <a:gd name="connsiteX13" fmla="*/ 6099859 w 6956385"/>
              <a:gd name="connsiteY13" fmla="*/ 2520297 h 2728798"/>
              <a:gd name="connsiteX14" fmla="*/ 6632294 w 6956385"/>
              <a:gd name="connsiteY14" fmla="*/ 2670768 h 2728798"/>
              <a:gd name="connsiteX15" fmla="*/ 6956385 w 6956385"/>
              <a:gd name="connsiteY15" fmla="*/ 2728641 h 2728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956385" h="2728798">
                <a:moveTo>
                  <a:pt x="0" y="2647619"/>
                </a:moveTo>
                <a:cubicBezTo>
                  <a:pt x="179408" y="2652442"/>
                  <a:pt x="255743" y="2647601"/>
                  <a:pt x="419989" y="2624099"/>
                </a:cubicBezTo>
                <a:cubicBezTo>
                  <a:pt x="584235" y="2600597"/>
                  <a:pt x="827012" y="2555626"/>
                  <a:pt x="985478" y="2506604"/>
                </a:cubicBezTo>
                <a:cubicBezTo>
                  <a:pt x="1143944" y="2457582"/>
                  <a:pt x="1267986" y="2391250"/>
                  <a:pt x="1370786" y="2329964"/>
                </a:cubicBezTo>
                <a:cubicBezTo>
                  <a:pt x="1473586" y="2268678"/>
                  <a:pt x="1471930" y="2317439"/>
                  <a:pt x="1602281" y="2138888"/>
                </a:cubicBezTo>
                <a:cubicBezTo>
                  <a:pt x="1732632" y="1960337"/>
                  <a:pt x="1926085" y="1557762"/>
                  <a:pt x="2152891" y="1258657"/>
                </a:cubicBezTo>
                <a:cubicBezTo>
                  <a:pt x="2379697" y="959552"/>
                  <a:pt x="2756705" y="542956"/>
                  <a:pt x="2963120" y="344257"/>
                </a:cubicBezTo>
                <a:cubicBezTo>
                  <a:pt x="3169535" y="145558"/>
                  <a:pt x="3264062" y="122408"/>
                  <a:pt x="3391383" y="66464"/>
                </a:cubicBezTo>
                <a:cubicBezTo>
                  <a:pt x="3518705" y="10520"/>
                  <a:pt x="3605515" y="-14559"/>
                  <a:pt x="3727049" y="8591"/>
                </a:cubicBezTo>
                <a:cubicBezTo>
                  <a:pt x="3848583" y="31741"/>
                  <a:pt x="3887165" y="20166"/>
                  <a:pt x="4120588" y="205361"/>
                </a:cubicBezTo>
                <a:cubicBezTo>
                  <a:pt x="4354011" y="390556"/>
                  <a:pt x="4898021" y="874763"/>
                  <a:pt x="5127585" y="1119760"/>
                </a:cubicBezTo>
                <a:cubicBezTo>
                  <a:pt x="5357149" y="1364757"/>
                  <a:pt x="5378370" y="1490150"/>
                  <a:pt x="5497975" y="1675345"/>
                </a:cubicBezTo>
                <a:cubicBezTo>
                  <a:pt x="5617580" y="1860540"/>
                  <a:pt x="5744902" y="2090105"/>
                  <a:pt x="5845216" y="2230930"/>
                </a:cubicBezTo>
                <a:cubicBezTo>
                  <a:pt x="5945530" y="2371755"/>
                  <a:pt x="5968679" y="2446991"/>
                  <a:pt x="6099859" y="2520297"/>
                </a:cubicBezTo>
                <a:cubicBezTo>
                  <a:pt x="6231039" y="2593603"/>
                  <a:pt x="6258046" y="2647619"/>
                  <a:pt x="6632294" y="2670768"/>
                </a:cubicBezTo>
                <a:cubicBezTo>
                  <a:pt x="7006542" y="2693917"/>
                  <a:pt x="6716210" y="2731535"/>
                  <a:pt x="6956385" y="2728641"/>
                </a:cubicBezTo>
              </a:path>
            </a:pathLst>
          </a:custGeom>
          <a:solidFill>
            <a:srgbClr val="FF0000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4672705" y="2155743"/>
            <a:ext cx="314093" cy="228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8177555" y="2799216"/>
            <a:ext cx="163557" cy="17961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4699098" y="2560121"/>
            <a:ext cx="372218" cy="3755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μ₁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50571" y="3039706"/>
            <a:ext cx="4171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μ₂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356123" y="3678641"/>
            <a:ext cx="4171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σ₁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747940" y="4044738"/>
            <a:ext cx="4171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σ₂</a:t>
            </a:r>
          </a:p>
        </p:txBody>
      </p:sp>
    </p:spTree>
    <p:extLst>
      <p:ext uri="{BB962C8B-B14F-4D97-AF65-F5344CB8AC3E}">
        <p14:creationId xmlns:p14="http://schemas.microsoft.com/office/powerpoint/2010/main" val="1788426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70AC3-032C-1991-C2B4-457DF690F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10"/>
          <p:cNvSpPr/>
          <p:nvPr/>
        </p:nvSpPr>
        <p:spPr>
          <a:xfrm>
            <a:off x="469351" y="4251956"/>
            <a:ext cx="4025457" cy="1881333"/>
          </a:xfrm>
          <a:custGeom>
            <a:avLst/>
            <a:gdLst>
              <a:gd name="connsiteX0" fmla="*/ 0 w 6182436"/>
              <a:gd name="connsiteY0" fmla="*/ 2382335 h 2541757"/>
              <a:gd name="connsiteX1" fmla="*/ 682388 w 6182436"/>
              <a:gd name="connsiteY1" fmla="*/ 2341392 h 2541757"/>
              <a:gd name="connsiteX2" fmla="*/ 1132765 w 6182436"/>
              <a:gd name="connsiteY2" fmla="*/ 2273153 h 2541757"/>
              <a:gd name="connsiteX3" fmla="*/ 1473959 w 6182436"/>
              <a:gd name="connsiteY3" fmla="*/ 2109380 h 2541757"/>
              <a:gd name="connsiteX4" fmla="*/ 1951630 w 6182436"/>
              <a:gd name="connsiteY4" fmla="*/ 1618060 h 2541757"/>
              <a:gd name="connsiteX5" fmla="*/ 2606723 w 6182436"/>
              <a:gd name="connsiteY5" fmla="*/ 376114 h 2541757"/>
              <a:gd name="connsiteX6" fmla="*/ 3029803 w 6182436"/>
              <a:gd name="connsiteY6" fmla="*/ 21272 h 2541757"/>
              <a:gd name="connsiteX7" fmla="*/ 3480180 w 6182436"/>
              <a:gd name="connsiteY7" fmla="*/ 198693 h 2541757"/>
              <a:gd name="connsiteX8" fmla="*/ 4230806 w 6182436"/>
              <a:gd name="connsiteY8" fmla="*/ 1481583 h 2541757"/>
              <a:gd name="connsiteX9" fmla="*/ 4790365 w 6182436"/>
              <a:gd name="connsiteY9" fmla="*/ 2123028 h 2541757"/>
              <a:gd name="connsiteX10" fmla="*/ 5117911 w 6182436"/>
              <a:gd name="connsiteY10" fmla="*/ 2300448 h 2541757"/>
              <a:gd name="connsiteX11" fmla="*/ 6059606 w 6182436"/>
              <a:gd name="connsiteY11" fmla="*/ 2382335 h 2541757"/>
              <a:gd name="connsiteX12" fmla="*/ 6182436 w 6182436"/>
              <a:gd name="connsiteY12" fmla="*/ 2368687 h 2541757"/>
              <a:gd name="connsiteX0" fmla="*/ 0 w 6182436"/>
              <a:gd name="connsiteY0" fmla="*/ 2382335 h 2542514"/>
              <a:gd name="connsiteX1" fmla="*/ 682388 w 6182436"/>
              <a:gd name="connsiteY1" fmla="*/ 2341392 h 2542514"/>
              <a:gd name="connsiteX2" fmla="*/ 1132765 w 6182436"/>
              <a:gd name="connsiteY2" fmla="*/ 2273153 h 2542514"/>
              <a:gd name="connsiteX3" fmla="*/ 1473959 w 6182436"/>
              <a:gd name="connsiteY3" fmla="*/ 2109380 h 2542514"/>
              <a:gd name="connsiteX4" fmla="*/ 1951630 w 6182436"/>
              <a:gd name="connsiteY4" fmla="*/ 1618060 h 2542514"/>
              <a:gd name="connsiteX5" fmla="*/ 2606723 w 6182436"/>
              <a:gd name="connsiteY5" fmla="*/ 376114 h 2542514"/>
              <a:gd name="connsiteX6" fmla="*/ 3029803 w 6182436"/>
              <a:gd name="connsiteY6" fmla="*/ 21272 h 2542514"/>
              <a:gd name="connsiteX7" fmla="*/ 3480180 w 6182436"/>
              <a:gd name="connsiteY7" fmla="*/ 198693 h 2542514"/>
              <a:gd name="connsiteX8" fmla="*/ 4230806 w 6182436"/>
              <a:gd name="connsiteY8" fmla="*/ 1481583 h 2542514"/>
              <a:gd name="connsiteX9" fmla="*/ 4790365 w 6182436"/>
              <a:gd name="connsiteY9" fmla="*/ 2123028 h 2542514"/>
              <a:gd name="connsiteX10" fmla="*/ 5040641 w 6182436"/>
              <a:gd name="connsiteY10" fmla="*/ 2281235 h 2542514"/>
              <a:gd name="connsiteX11" fmla="*/ 6059606 w 6182436"/>
              <a:gd name="connsiteY11" fmla="*/ 2382335 h 2542514"/>
              <a:gd name="connsiteX12" fmla="*/ 6182436 w 6182436"/>
              <a:gd name="connsiteY12" fmla="*/ 2368687 h 2542514"/>
              <a:gd name="connsiteX0" fmla="*/ 0 w 6182436"/>
              <a:gd name="connsiteY0" fmla="*/ 2382335 h 2553939"/>
              <a:gd name="connsiteX1" fmla="*/ 682388 w 6182436"/>
              <a:gd name="connsiteY1" fmla="*/ 2341392 h 2553939"/>
              <a:gd name="connsiteX2" fmla="*/ 1132765 w 6182436"/>
              <a:gd name="connsiteY2" fmla="*/ 2273153 h 2553939"/>
              <a:gd name="connsiteX3" fmla="*/ 1473959 w 6182436"/>
              <a:gd name="connsiteY3" fmla="*/ 2109380 h 2553939"/>
              <a:gd name="connsiteX4" fmla="*/ 1951630 w 6182436"/>
              <a:gd name="connsiteY4" fmla="*/ 1618060 h 2553939"/>
              <a:gd name="connsiteX5" fmla="*/ 2606723 w 6182436"/>
              <a:gd name="connsiteY5" fmla="*/ 376114 h 2553939"/>
              <a:gd name="connsiteX6" fmla="*/ 3029803 w 6182436"/>
              <a:gd name="connsiteY6" fmla="*/ 21272 h 2553939"/>
              <a:gd name="connsiteX7" fmla="*/ 3480180 w 6182436"/>
              <a:gd name="connsiteY7" fmla="*/ 198693 h 2553939"/>
              <a:gd name="connsiteX8" fmla="*/ 4230806 w 6182436"/>
              <a:gd name="connsiteY8" fmla="*/ 1481583 h 2553939"/>
              <a:gd name="connsiteX9" fmla="*/ 4790365 w 6182436"/>
              <a:gd name="connsiteY9" fmla="*/ 2123028 h 2553939"/>
              <a:gd name="connsiteX10" fmla="*/ 5040641 w 6182436"/>
              <a:gd name="connsiteY10" fmla="*/ 2281235 h 2553939"/>
              <a:gd name="connsiteX11" fmla="*/ 6107900 w 6182436"/>
              <a:gd name="connsiteY11" fmla="*/ 2420763 h 2553939"/>
              <a:gd name="connsiteX12" fmla="*/ 6182436 w 6182436"/>
              <a:gd name="connsiteY12" fmla="*/ 2368687 h 2553939"/>
              <a:gd name="connsiteX0" fmla="*/ 0 w 6182436"/>
              <a:gd name="connsiteY0" fmla="*/ 2382335 h 2534805"/>
              <a:gd name="connsiteX1" fmla="*/ 682388 w 6182436"/>
              <a:gd name="connsiteY1" fmla="*/ 2341392 h 2534805"/>
              <a:gd name="connsiteX2" fmla="*/ 1132765 w 6182436"/>
              <a:gd name="connsiteY2" fmla="*/ 2273153 h 2534805"/>
              <a:gd name="connsiteX3" fmla="*/ 1473959 w 6182436"/>
              <a:gd name="connsiteY3" fmla="*/ 2109380 h 2534805"/>
              <a:gd name="connsiteX4" fmla="*/ 1951630 w 6182436"/>
              <a:gd name="connsiteY4" fmla="*/ 1618060 h 2534805"/>
              <a:gd name="connsiteX5" fmla="*/ 2606723 w 6182436"/>
              <a:gd name="connsiteY5" fmla="*/ 376114 h 2534805"/>
              <a:gd name="connsiteX6" fmla="*/ 3029803 w 6182436"/>
              <a:gd name="connsiteY6" fmla="*/ 21272 h 2534805"/>
              <a:gd name="connsiteX7" fmla="*/ 3480180 w 6182436"/>
              <a:gd name="connsiteY7" fmla="*/ 198693 h 2534805"/>
              <a:gd name="connsiteX8" fmla="*/ 4230806 w 6182436"/>
              <a:gd name="connsiteY8" fmla="*/ 1481583 h 2534805"/>
              <a:gd name="connsiteX9" fmla="*/ 4790365 w 6182436"/>
              <a:gd name="connsiteY9" fmla="*/ 2123028 h 2534805"/>
              <a:gd name="connsiteX10" fmla="*/ 5040641 w 6182436"/>
              <a:gd name="connsiteY10" fmla="*/ 2281235 h 2534805"/>
              <a:gd name="connsiteX11" fmla="*/ 5856775 w 6182436"/>
              <a:gd name="connsiteY11" fmla="*/ 2353516 h 2534805"/>
              <a:gd name="connsiteX12" fmla="*/ 6182436 w 6182436"/>
              <a:gd name="connsiteY12" fmla="*/ 2368687 h 2534805"/>
              <a:gd name="connsiteX0" fmla="*/ 0 w 7447727"/>
              <a:gd name="connsiteY0" fmla="*/ 2382335 h 2382335"/>
              <a:gd name="connsiteX1" fmla="*/ 682388 w 7447727"/>
              <a:gd name="connsiteY1" fmla="*/ 2341392 h 2382335"/>
              <a:gd name="connsiteX2" fmla="*/ 1132765 w 7447727"/>
              <a:gd name="connsiteY2" fmla="*/ 2273153 h 2382335"/>
              <a:gd name="connsiteX3" fmla="*/ 1473959 w 7447727"/>
              <a:gd name="connsiteY3" fmla="*/ 2109380 h 2382335"/>
              <a:gd name="connsiteX4" fmla="*/ 1951630 w 7447727"/>
              <a:gd name="connsiteY4" fmla="*/ 1618060 h 2382335"/>
              <a:gd name="connsiteX5" fmla="*/ 2606723 w 7447727"/>
              <a:gd name="connsiteY5" fmla="*/ 376114 h 2382335"/>
              <a:gd name="connsiteX6" fmla="*/ 3029803 w 7447727"/>
              <a:gd name="connsiteY6" fmla="*/ 21272 h 2382335"/>
              <a:gd name="connsiteX7" fmla="*/ 3480180 w 7447727"/>
              <a:gd name="connsiteY7" fmla="*/ 198693 h 2382335"/>
              <a:gd name="connsiteX8" fmla="*/ 4230806 w 7447727"/>
              <a:gd name="connsiteY8" fmla="*/ 1481583 h 2382335"/>
              <a:gd name="connsiteX9" fmla="*/ 4790365 w 7447727"/>
              <a:gd name="connsiteY9" fmla="*/ 2123028 h 2382335"/>
              <a:gd name="connsiteX10" fmla="*/ 5040641 w 7447727"/>
              <a:gd name="connsiteY10" fmla="*/ 2281235 h 2382335"/>
              <a:gd name="connsiteX11" fmla="*/ 5856775 w 7447727"/>
              <a:gd name="connsiteY11" fmla="*/ 2353516 h 2382335"/>
              <a:gd name="connsiteX12" fmla="*/ 7447727 w 7447727"/>
              <a:gd name="connsiteY12" fmla="*/ 2138123 h 2382335"/>
              <a:gd name="connsiteX0" fmla="*/ 0 w 6742642"/>
              <a:gd name="connsiteY0" fmla="*/ 2382335 h 2636212"/>
              <a:gd name="connsiteX1" fmla="*/ 682388 w 6742642"/>
              <a:gd name="connsiteY1" fmla="*/ 2341392 h 2636212"/>
              <a:gd name="connsiteX2" fmla="*/ 1132765 w 6742642"/>
              <a:gd name="connsiteY2" fmla="*/ 2273153 h 2636212"/>
              <a:gd name="connsiteX3" fmla="*/ 1473959 w 6742642"/>
              <a:gd name="connsiteY3" fmla="*/ 2109380 h 2636212"/>
              <a:gd name="connsiteX4" fmla="*/ 1951630 w 6742642"/>
              <a:gd name="connsiteY4" fmla="*/ 1618060 h 2636212"/>
              <a:gd name="connsiteX5" fmla="*/ 2606723 w 6742642"/>
              <a:gd name="connsiteY5" fmla="*/ 376114 h 2636212"/>
              <a:gd name="connsiteX6" fmla="*/ 3029803 w 6742642"/>
              <a:gd name="connsiteY6" fmla="*/ 21272 h 2636212"/>
              <a:gd name="connsiteX7" fmla="*/ 3480180 w 6742642"/>
              <a:gd name="connsiteY7" fmla="*/ 198693 h 2636212"/>
              <a:gd name="connsiteX8" fmla="*/ 4230806 w 6742642"/>
              <a:gd name="connsiteY8" fmla="*/ 1481583 h 2636212"/>
              <a:gd name="connsiteX9" fmla="*/ 4790365 w 6742642"/>
              <a:gd name="connsiteY9" fmla="*/ 2123028 h 2636212"/>
              <a:gd name="connsiteX10" fmla="*/ 5040641 w 6742642"/>
              <a:gd name="connsiteY10" fmla="*/ 2281235 h 2636212"/>
              <a:gd name="connsiteX11" fmla="*/ 5856775 w 6742642"/>
              <a:gd name="connsiteY11" fmla="*/ 2353516 h 2636212"/>
              <a:gd name="connsiteX12" fmla="*/ 6742642 w 6742642"/>
              <a:gd name="connsiteY12" fmla="*/ 2493575 h 2636212"/>
              <a:gd name="connsiteX0" fmla="*/ 0 w 6805912"/>
              <a:gd name="connsiteY0" fmla="*/ 2382335 h 2512587"/>
              <a:gd name="connsiteX1" fmla="*/ 682388 w 6805912"/>
              <a:gd name="connsiteY1" fmla="*/ 2341392 h 2512587"/>
              <a:gd name="connsiteX2" fmla="*/ 1132765 w 6805912"/>
              <a:gd name="connsiteY2" fmla="*/ 2273153 h 2512587"/>
              <a:gd name="connsiteX3" fmla="*/ 1473959 w 6805912"/>
              <a:gd name="connsiteY3" fmla="*/ 2109380 h 2512587"/>
              <a:gd name="connsiteX4" fmla="*/ 1951630 w 6805912"/>
              <a:gd name="connsiteY4" fmla="*/ 1618060 h 2512587"/>
              <a:gd name="connsiteX5" fmla="*/ 2606723 w 6805912"/>
              <a:gd name="connsiteY5" fmla="*/ 376114 h 2512587"/>
              <a:gd name="connsiteX6" fmla="*/ 3029803 w 6805912"/>
              <a:gd name="connsiteY6" fmla="*/ 21272 h 2512587"/>
              <a:gd name="connsiteX7" fmla="*/ 3480180 w 6805912"/>
              <a:gd name="connsiteY7" fmla="*/ 198693 h 2512587"/>
              <a:gd name="connsiteX8" fmla="*/ 4230806 w 6805912"/>
              <a:gd name="connsiteY8" fmla="*/ 1481583 h 2512587"/>
              <a:gd name="connsiteX9" fmla="*/ 4790365 w 6805912"/>
              <a:gd name="connsiteY9" fmla="*/ 2123028 h 2512587"/>
              <a:gd name="connsiteX10" fmla="*/ 5040641 w 6805912"/>
              <a:gd name="connsiteY10" fmla="*/ 2281235 h 2512587"/>
              <a:gd name="connsiteX11" fmla="*/ 5856775 w 6805912"/>
              <a:gd name="connsiteY11" fmla="*/ 2353516 h 2512587"/>
              <a:gd name="connsiteX12" fmla="*/ 6742642 w 6805912"/>
              <a:gd name="connsiteY12" fmla="*/ 2493575 h 2512587"/>
              <a:gd name="connsiteX0" fmla="*/ 0 w 6879808"/>
              <a:gd name="connsiteY0" fmla="*/ 2382335 h 2442743"/>
              <a:gd name="connsiteX1" fmla="*/ 682388 w 6879808"/>
              <a:gd name="connsiteY1" fmla="*/ 2341392 h 2442743"/>
              <a:gd name="connsiteX2" fmla="*/ 1132765 w 6879808"/>
              <a:gd name="connsiteY2" fmla="*/ 2273153 h 2442743"/>
              <a:gd name="connsiteX3" fmla="*/ 1473959 w 6879808"/>
              <a:gd name="connsiteY3" fmla="*/ 2109380 h 2442743"/>
              <a:gd name="connsiteX4" fmla="*/ 1951630 w 6879808"/>
              <a:gd name="connsiteY4" fmla="*/ 1618060 h 2442743"/>
              <a:gd name="connsiteX5" fmla="*/ 2606723 w 6879808"/>
              <a:gd name="connsiteY5" fmla="*/ 376114 h 2442743"/>
              <a:gd name="connsiteX6" fmla="*/ 3029803 w 6879808"/>
              <a:gd name="connsiteY6" fmla="*/ 21272 h 2442743"/>
              <a:gd name="connsiteX7" fmla="*/ 3480180 w 6879808"/>
              <a:gd name="connsiteY7" fmla="*/ 198693 h 2442743"/>
              <a:gd name="connsiteX8" fmla="*/ 4230806 w 6879808"/>
              <a:gd name="connsiteY8" fmla="*/ 1481583 h 2442743"/>
              <a:gd name="connsiteX9" fmla="*/ 4790365 w 6879808"/>
              <a:gd name="connsiteY9" fmla="*/ 2123028 h 2442743"/>
              <a:gd name="connsiteX10" fmla="*/ 5040641 w 6879808"/>
              <a:gd name="connsiteY10" fmla="*/ 2281235 h 2442743"/>
              <a:gd name="connsiteX11" fmla="*/ 5856775 w 6879808"/>
              <a:gd name="connsiteY11" fmla="*/ 2353516 h 2442743"/>
              <a:gd name="connsiteX12" fmla="*/ 6819912 w 6879808"/>
              <a:gd name="connsiteY12" fmla="*/ 2416721 h 2442743"/>
              <a:gd name="connsiteX0" fmla="*/ 0 w 6861299"/>
              <a:gd name="connsiteY0" fmla="*/ 2382335 h 2557879"/>
              <a:gd name="connsiteX1" fmla="*/ 682388 w 6861299"/>
              <a:gd name="connsiteY1" fmla="*/ 2341392 h 2557879"/>
              <a:gd name="connsiteX2" fmla="*/ 1132765 w 6861299"/>
              <a:gd name="connsiteY2" fmla="*/ 2273153 h 2557879"/>
              <a:gd name="connsiteX3" fmla="*/ 1473959 w 6861299"/>
              <a:gd name="connsiteY3" fmla="*/ 2109380 h 2557879"/>
              <a:gd name="connsiteX4" fmla="*/ 1951630 w 6861299"/>
              <a:gd name="connsiteY4" fmla="*/ 1618060 h 2557879"/>
              <a:gd name="connsiteX5" fmla="*/ 2606723 w 6861299"/>
              <a:gd name="connsiteY5" fmla="*/ 376114 h 2557879"/>
              <a:gd name="connsiteX6" fmla="*/ 3029803 w 6861299"/>
              <a:gd name="connsiteY6" fmla="*/ 21272 h 2557879"/>
              <a:gd name="connsiteX7" fmla="*/ 3480180 w 6861299"/>
              <a:gd name="connsiteY7" fmla="*/ 198693 h 2557879"/>
              <a:gd name="connsiteX8" fmla="*/ 4230806 w 6861299"/>
              <a:gd name="connsiteY8" fmla="*/ 1481583 h 2557879"/>
              <a:gd name="connsiteX9" fmla="*/ 4790365 w 6861299"/>
              <a:gd name="connsiteY9" fmla="*/ 2123028 h 2557879"/>
              <a:gd name="connsiteX10" fmla="*/ 5040641 w 6861299"/>
              <a:gd name="connsiteY10" fmla="*/ 2281235 h 2557879"/>
              <a:gd name="connsiteX11" fmla="*/ 5856775 w 6861299"/>
              <a:gd name="connsiteY11" fmla="*/ 2353516 h 2557879"/>
              <a:gd name="connsiteX12" fmla="*/ 6800594 w 6861299"/>
              <a:gd name="connsiteY12" fmla="*/ 2541610 h 2557879"/>
              <a:gd name="connsiteX0" fmla="*/ 0 w 6873343"/>
              <a:gd name="connsiteY0" fmla="*/ 2382335 h 2541610"/>
              <a:gd name="connsiteX1" fmla="*/ 682388 w 6873343"/>
              <a:gd name="connsiteY1" fmla="*/ 2341392 h 2541610"/>
              <a:gd name="connsiteX2" fmla="*/ 1132765 w 6873343"/>
              <a:gd name="connsiteY2" fmla="*/ 2273153 h 2541610"/>
              <a:gd name="connsiteX3" fmla="*/ 1473959 w 6873343"/>
              <a:gd name="connsiteY3" fmla="*/ 2109380 h 2541610"/>
              <a:gd name="connsiteX4" fmla="*/ 1951630 w 6873343"/>
              <a:gd name="connsiteY4" fmla="*/ 1618060 h 2541610"/>
              <a:gd name="connsiteX5" fmla="*/ 2606723 w 6873343"/>
              <a:gd name="connsiteY5" fmla="*/ 376114 h 2541610"/>
              <a:gd name="connsiteX6" fmla="*/ 3029803 w 6873343"/>
              <a:gd name="connsiteY6" fmla="*/ 21272 h 2541610"/>
              <a:gd name="connsiteX7" fmla="*/ 3480180 w 6873343"/>
              <a:gd name="connsiteY7" fmla="*/ 198693 h 2541610"/>
              <a:gd name="connsiteX8" fmla="*/ 4230806 w 6873343"/>
              <a:gd name="connsiteY8" fmla="*/ 1481583 h 2541610"/>
              <a:gd name="connsiteX9" fmla="*/ 4790365 w 6873343"/>
              <a:gd name="connsiteY9" fmla="*/ 2123028 h 2541610"/>
              <a:gd name="connsiteX10" fmla="*/ 5040641 w 6873343"/>
              <a:gd name="connsiteY10" fmla="*/ 2281235 h 2541610"/>
              <a:gd name="connsiteX11" fmla="*/ 5856775 w 6873343"/>
              <a:gd name="connsiteY11" fmla="*/ 2353516 h 2541610"/>
              <a:gd name="connsiteX12" fmla="*/ 6800594 w 6873343"/>
              <a:gd name="connsiteY12" fmla="*/ 2541610 h 2541610"/>
              <a:gd name="connsiteX0" fmla="*/ 0 w 6873343"/>
              <a:gd name="connsiteY0" fmla="*/ 2382335 h 2542095"/>
              <a:gd name="connsiteX1" fmla="*/ 682388 w 6873343"/>
              <a:gd name="connsiteY1" fmla="*/ 2341392 h 2542095"/>
              <a:gd name="connsiteX2" fmla="*/ 1132765 w 6873343"/>
              <a:gd name="connsiteY2" fmla="*/ 2273153 h 2542095"/>
              <a:gd name="connsiteX3" fmla="*/ 1473959 w 6873343"/>
              <a:gd name="connsiteY3" fmla="*/ 2109380 h 2542095"/>
              <a:gd name="connsiteX4" fmla="*/ 1951630 w 6873343"/>
              <a:gd name="connsiteY4" fmla="*/ 1618060 h 2542095"/>
              <a:gd name="connsiteX5" fmla="*/ 2606723 w 6873343"/>
              <a:gd name="connsiteY5" fmla="*/ 376114 h 2542095"/>
              <a:gd name="connsiteX6" fmla="*/ 3029803 w 6873343"/>
              <a:gd name="connsiteY6" fmla="*/ 21272 h 2542095"/>
              <a:gd name="connsiteX7" fmla="*/ 3480180 w 6873343"/>
              <a:gd name="connsiteY7" fmla="*/ 198693 h 2542095"/>
              <a:gd name="connsiteX8" fmla="*/ 4230806 w 6873343"/>
              <a:gd name="connsiteY8" fmla="*/ 1481583 h 2542095"/>
              <a:gd name="connsiteX9" fmla="*/ 4790365 w 6873343"/>
              <a:gd name="connsiteY9" fmla="*/ 2123028 h 2542095"/>
              <a:gd name="connsiteX10" fmla="*/ 5040641 w 6873343"/>
              <a:gd name="connsiteY10" fmla="*/ 2281235 h 2542095"/>
              <a:gd name="connsiteX11" fmla="*/ 5856775 w 6873343"/>
              <a:gd name="connsiteY11" fmla="*/ 2353516 h 2542095"/>
              <a:gd name="connsiteX12" fmla="*/ 6800594 w 6873343"/>
              <a:gd name="connsiteY12" fmla="*/ 2541610 h 2542095"/>
              <a:gd name="connsiteX0" fmla="*/ 0 w 6889481"/>
              <a:gd name="connsiteY0" fmla="*/ 2382335 h 2542361"/>
              <a:gd name="connsiteX1" fmla="*/ 682388 w 6889481"/>
              <a:gd name="connsiteY1" fmla="*/ 2341392 h 2542361"/>
              <a:gd name="connsiteX2" fmla="*/ 1132765 w 6889481"/>
              <a:gd name="connsiteY2" fmla="*/ 2273153 h 2542361"/>
              <a:gd name="connsiteX3" fmla="*/ 1473959 w 6889481"/>
              <a:gd name="connsiteY3" fmla="*/ 2109380 h 2542361"/>
              <a:gd name="connsiteX4" fmla="*/ 1951630 w 6889481"/>
              <a:gd name="connsiteY4" fmla="*/ 1618060 h 2542361"/>
              <a:gd name="connsiteX5" fmla="*/ 2606723 w 6889481"/>
              <a:gd name="connsiteY5" fmla="*/ 376114 h 2542361"/>
              <a:gd name="connsiteX6" fmla="*/ 3029803 w 6889481"/>
              <a:gd name="connsiteY6" fmla="*/ 21272 h 2542361"/>
              <a:gd name="connsiteX7" fmla="*/ 3480180 w 6889481"/>
              <a:gd name="connsiteY7" fmla="*/ 198693 h 2542361"/>
              <a:gd name="connsiteX8" fmla="*/ 4230806 w 6889481"/>
              <a:gd name="connsiteY8" fmla="*/ 1481583 h 2542361"/>
              <a:gd name="connsiteX9" fmla="*/ 4790365 w 6889481"/>
              <a:gd name="connsiteY9" fmla="*/ 2123028 h 2542361"/>
              <a:gd name="connsiteX10" fmla="*/ 5040641 w 6889481"/>
              <a:gd name="connsiteY10" fmla="*/ 2281235 h 2542361"/>
              <a:gd name="connsiteX11" fmla="*/ 6088584 w 6889481"/>
              <a:gd name="connsiteY11" fmla="*/ 2411157 h 2542361"/>
              <a:gd name="connsiteX12" fmla="*/ 6800594 w 6889481"/>
              <a:gd name="connsiteY12" fmla="*/ 2541610 h 2542361"/>
              <a:gd name="connsiteX0" fmla="*/ 0 w 6888104"/>
              <a:gd name="connsiteY0" fmla="*/ 2382335 h 2542435"/>
              <a:gd name="connsiteX1" fmla="*/ 682388 w 6888104"/>
              <a:gd name="connsiteY1" fmla="*/ 2341392 h 2542435"/>
              <a:gd name="connsiteX2" fmla="*/ 1132765 w 6888104"/>
              <a:gd name="connsiteY2" fmla="*/ 2273153 h 2542435"/>
              <a:gd name="connsiteX3" fmla="*/ 1473959 w 6888104"/>
              <a:gd name="connsiteY3" fmla="*/ 2109380 h 2542435"/>
              <a:gd name="connsiteX4" fmla="*/ 1951630 w 6888104"/>
              <a:gd name="connsiteY4" fmla="*/ 1618060 h 2542435"/>
              <a:gd name="connsiteX5" fmla="*/ 2606723 w 6888104"/>
              <a:gd name="connsiteY5" fmla="*/ 376114 h 2542435"/>
              <a:gd name="connsiteX6" fmla="*/ 3029803 w 6888104"/>
              <a:gd name="connsiteY6" fmla="*/ 21272 h 2542435"/>
              <a:gd name="connsiteX7" fmla="*/ 3480180 w 6888104"/>
              <a:gd name="connsiteY7" fmla="*/ 198693 h 2542435"/>
              <a:gd name="connsiteX8" fmla="*/ 4230806 w 6888104"/>
              <a:gd name="connsiteY8" fmla="*/ 1481583 h 2542435"/>
              <a:gd name="connsiteX9" fmla="*/ 4790365 w 6888104"/>
              <a:gd name="connsiteY9" fmla="*/ 2123028 h 2542435"/>
              <a:gd name="connsiteX10" fmla="*/ 5146886 w 6888104"/>
              <a:gd name="connsiteY10" fmla="*/ 2223593 h 2542435"/>
              <a:gd name="connsiteX11" fmla="*/ 6088584 w 6888104"/>
              <a:gd name="connsiteY11" fmla="*/ 2411157 h 2542435"/>
              <a:gd name="connsiteX12" fmla="*/ 6800594 w 6888104"/>
              <a:gd name="connsiteY12" fmla="*/ 2541610 h 2542435"/>
              <a:gd name="connsiteX0" fmla="*/ 0 w 6984692"/>
              <a:gd name="connsiteY0" fmla="*/ 2382335 h 2542435"/>
              <a:gd name="connsiteX1" fmla="*/ 778976 w 6984692"/>
              <a:gd name="connsiteY1" fmla="*/ 2341392 h 2542435"/>
              <a:gd name="connsiteX2" fmla="*/ 1229353 w 6984692"/>
              <a:gd name="connsiteY2" fmla="*/ 2273153 h 2542435"/>
              <a:gd name="connsiteX3" fmla="*/ 1570547 w 6984692"/>
              <a:gd name="connsiteY3" fmla="*/ 2109380 h 2542435"/>
              <a:gd name="connsiteX4" fmla="*/ 2048218 w 6984692"/>
              <a:gd name="connsiteY4" fmla="*/ 1618060 h 2542435"/>
              <a:gd name="connsiteX5" fmla="*/ 2703311 w 6984692"/>
              <a:gd name="connsiteY5" fmla="*/ 376114 h 2542435"/>
              <a:gd name="connsiteX6" fmla="*/ 3126391 w 6984692"/>
              <a:gd name="connsiteY6" fmla="*/ 21272 h 2542435"/>
              <a:gd name="connsiteX7" fmla="*/ 3576768 w 6984692"/>
              <a:gd name="connsiteY7" fmla="*/ 198693 h 2542435"/>
              <a:gd name="connsiteX8" fmla="*/ 4327394 w 6984692"/>
              <a:gd name="connsiteY8" fmla="*/ 1481583 h 2542435"/>
              <a:gd name="connsiteX9" fmla="*/ 4886953 w 6984692"/>
              <a:gd name="connsiteY9" fmla="*/ 2123028 h 2542435"/>
              <a:gd name="connsiteX10" fmla="*/ 5243474 w 6984692"/>
              <a:gd name="connsiteY10" fmla="*/ 2223593 h 2542435"/>
              <a:gd name="connsiteX11" fmla="*/ 6185172 w 6984692"/>
              <a:gd name="connsiteY11" fmla="*/ 2411157 h 2542435"/>
              <a:gd name="connsiteX12" fmla="*/ 6897182 w 6984692"/>
              <a:gd name="connsiteY12" fmla="*/ 2541610 h 2542435"/>
              <a:gd name="connsiteX0" fmla="*/ 0 w 6984692"/>
              <a:gd name="connsiteY0" fmla="*/ 2382335 h 2542435"/>
              <a:gd name="connsiteX1" fmla="*/ 663072 w 6984692"/>
              <a:gd name="connsiteY1" fmla="*/ 2283750 h 2542435"/>
              <a:gd name="connsiteX2" fmla="*/ 1229353 w 6984692"/>
              <a:gd name="connsiteY2" fmla="*/ 2273153 h 2542435"/>
              <a:gd name="connsiteX3" fmla="*/ 1570547 w 6984692"/>
              <a:gd name="connsiteY3" fmla="*/ 2109380 h 2542435"/>
              <a:gd name="connsiteX4" fmla="*/ 2048218 w 6984692"/>
              <a:gd name="connsiteY4" fmla="*/ 1618060 h 2542435"/>
              <a:gd name="connsiteX5" fmla="*/ 2703311 w 6984692"/>
              <a:gd name="connsiteY5" fmla="*/ 376114 h 2542435"/>
              <a:gd name="connsiteX6" fmla="*/ 3126391 w 6984692"/>
              <a:gd name="connsiteY6" fmla="*/ 21272 h 2542435"/>
              <a:gd name="connsiteX7" fmla="*/ 3576768 w 6984692"/>
              <a:gd name="connsiteY7" fmla="*/ 198693 h 2542435"/>
              <a:gd name="connsiteX8" fmla="*/ 4327394 w 6984692"/>
              <a:gd name="connsiteY8" fmla="*/ 1481583 h 2542435"/>
              <a:gd name="connsiteX9" fmla="*/ 4886953 w 6984692"/>
              <a:gd name="connsiteY9" fmla="*/ 2123028 h 2542435"/>
              <a:gd name="connsiteX10" fmla="*/ 5243474 w 6984692"/>
              <a:gd name="connsiteY10" fmla="*/ 2223593 h 2542435"/>
              <a:gd name="connsiteX11" fmla="*/ 6185172 w 6984692"/>
              <a:gd name="connsiteY11" fmla="*/ 2411157 h 2542435"/>
              <a:gd name="connsiteX12" fmla="*/ 6897182 w 6984692"/>
              <a:gd name="connsiteY12" fmla="*/ 2541610 h 2542435"/>
              <a:gd name="connsiteX0" fmla="*/ 0 w 7110255"/>
              <a:gd name="connsiteY0" fmla="*/ 2353514 h 2542435"/>
              <a:gd name="connsiteX1" fmla="*/ 788635 w 7110255"/>
              <a:gd name="connsiteY1" fmla="*/ 2283750 h 2542435"/>
              <a:gd name="connsiteX2" fmla="*/ 1354916 w 7110255"/>
              <a:gd name="connsiteY2" fmla="*/ 2273153 h 2542435"/>
              <a:gd name="connsiteX3" fmla="*/ 1696110 w 7110255"/>
              <a:gd name="connsiteY3" fmla="*/ 2109380 h 2542435"/>
              <a:gd name="connsiteX4" fmla="*/ 2173781 w 7110255"/>
              <a:gd name="connsiteY4" fmla="*/ 1618060 h 2542435"/>
              <a:gd name="connsiteX5" fmla="*/ 2828874 w 7110255"/>
              <a:gd name="connsiteY5" fmla="*/ 376114 h 2542435"/>
              <a:gd name="connsiteX6" fmla="*/ 3251954 w 7110255"/>
              <a:gd name="connsiteY6" fmla="*/ 21272 h 2542435"/>
              <a:gd name="connsiteX7" fmla="*/ 3702331 w 7110255"/>
              <a:gd name="connsiteY7" fmla="*/ 198693 h 2542435"/>
              <a:gd name="connsiteX8" fmla="*/ 4452957 w 7110255"/>
              <a:gd name="connsiteY8" fmla="*/ 1481583 h 2542435"/>
              <a:gd name="connsiteX9" fmla="*/ 5012516 w 7110255"/>
              <a:gd name="connsiteY9" fmla="*/ 2123028 h 2542435"/>
              <a:gd name="connsiteX10" fmla="*/ 5369037 w 7110255"/>
              <a:gd name="connsiteY10" fmla="*/ 2223593 h 2542435"/>
              <a:gd name="connsiteX11" fmla="*/ 6310735 w 7110255"/>
              <a:gd name="connsiteY11" fmla="*/ 2411157 h 2542435"/>
              <a:gd name="connsiteX12" fmla="*/ 7022745 w 7110255"/>
              <a:gd name="connsiteY12" fmla="*/ 2541610 h 2542435"/>
              <a:gd name="connsiteX0" fmla="*/ 0 w 7110255"/>
              <a:gd name="connsiteY0" fmla="*/ 2353514 h 2542435"/>
              <a:gd name="connsiteX1" fmla="*/ 788635 w 7110255"/>
              <a:gd name="connsiteY1" fmla="*/ 2283750 h 2542435"/>
              <a:gd name="connsiteX2" fmla="*/ 1354916 w 7110255"/>
              <a:gd name="connsiteY2" fmla="*/ 2273153 h 2542435"/>
              <a:gd name="connsiteX3" fmla="*/ 1696110 w 7110255"/>
              <a:gd name="connsiteY3" fmla="*/ 2109380 h 2542435"/>
              <a:gd name="connsiteX4" fmla="*/ 2173781 w 7110255"/>
              <a:gd name="connsiteY4" fmla="*/ 1618060 h 2542435"/>
              <a:gd name="connsiteX5" fmla="*/ 2828874 w 7110255"/>
              <a:gd name="connsiteY5" fmla="*/ 376114 h 2542435"/>
              <a:gd name="connsiteX6" fmla="*/ 3251954 w 7110255"/>
              <a:gd name="connsiteY6" fmla="*/ 21272 h 2542435"/>
              <a:gd name="connsiteX7" fmla="*/ 3702331 w 7110255"/>
              <a:gd name="connsiteY7" fmla="*/ 198693 h 2542435"/>
              <a:gd name="connsiteX8" fmla="*/ 4452957 w 7110255"/>
              <a:gd name="connsiteY8" fmla="*/ 1481583 h 2542435"/>
              <a:gd name="connsiteX9" fmla="*/ 5060809 w 7110255"/>
              <a:gd name="connsiteY9" fmla="*/ 2055781 h 2542435"/>
              <a:gd name="connsiteX10" fmla="*/ 5369037 w 7110255"/>
              <a:gd name="connsiteY10" fmla="*/ 2223593 h 2542435"/>
              <a:gd name="connsiteX11" fmla="*/ 6310735 w 7110255"/>
              <a:gd name="connsiteY11" fmla="*/ 2411157 h 2542435"/>
              <a:gd name="connsiteX12" fmla="*/ 7022745 w 7110255"/>
              <a:gd name="connsiteY12" fmla="*/ 2541610 h 2542435"/>
              <a:gd name="connsiteX0" fmla="*/ 0 w 7110255"/>
              <a:gd name="connsiteY0" fmla="*/ 2353514 h 2542435"/>
              <a:gd name="connsiteX1" fmla="*/ 788635 w 7110255"/>
              <a:gd name="connsiteY1" fmla="*/ 2283750 h 2542435"/>
              <a:gd name="connsiteX2" fmla="*/ 1345257 w 7110255"/>
              <a:gd name="connsiteY2" fmla="*/ 2234726 h 2542435"/>
              <a:gd name="connsiteX3" fmla="*/ 1696110 w 7110255"/>
              <a:gd name="connsiteY3" fmla="*/ 2109380 h 2542435"/>
              <a:gd name="connsiteX4" fmla="*/ 2173781 w 7110255"/>
              <a:gd name="connsiteY4" fmla="*/ 1618060 h 2542435"/>
              <a:gd name="connsiteX5" fmla="*/ 2828874 w 7110255"/>
              <a:gd name="connsiteY5" fmla="*/ 376114 h 2542435"/>
              <a:gd name="connsiteX6" fmla="*/ 3251954 w 7110255"/>
              <a:gd name="connsiteY6" fmla="*/ 21272 h 2542435"/>
              <a:gd name="connsiteX7" fmla="*/ 3702331 w 7110255"/>
              <a:gd name="connsiteY7" fmla="*/ 198693 h 2542435"/>
              <a:gd name="connsiteX8" fmla="*/ 4452957 w 7110255"/>
              <a:gd name="connsiteY8" fmla="*/ 1481583 h 2542435"/>
              <a:gd name="connsiteX9" fmla="*/ 5060809 w 7110255"/>
              <a:gd name="connsiteY9" fmla="*/ 2055781 h 2542435"/>
              <a:gd name="connsiteX10" fmla="*/ 5369037 w 7110255"/>
              <a:gd name="connsiteY10" fmla="*/ 2223593 h 2542435"/>
              <a:gd name="connsiteX11" fmla="*/ 6310735 w 7110255"/>
              <a:gd name="connsiteY11" fmla="*/ 2411157 h 2542435"/>
              <a:gd name="connsiteX12" fmla="*/ 7022745 w 7110255"/>
              <a:gd name="connsiteY12" fmla="*/ 2541610 h 2542435"/>
              <a:gd name="connsiteX0" fmla="*/ 0 w 7390357"/>
              <a:gd name="connsiteY0" fmla="*/ 2526437 h 2542435"/>
              <a:gd name="connsiteX1" fmla="*/ 1068737 w 7390357"/>
              <a:gd name="connsiteY1" fmla="*/ 2283750 h 2542435"/>
              <a:gd name="connsiteX2" fmla="*/ 1625359 w 7390357"/>
              <a:gd name="connsiteY2" fmla="*/ 2234726 h 2542435"/>
              <a:gd name="connsiteX3" fmla="*/ 1976212 w 7390357"/>
              <a:gd name="connsiteY3" fmla="*/ 2109380 h 2542435"/>
              <a:gd name="connsiteX4" fmla="*/ 2453883 w 7390357"/>
              <a:gd name="connsiteY4" fmla="*/ 1618060 h 2542435"/>
              <a:gd name="connsiteX5" fmla="*/ 3108976 w 7390357"/>
              <a:gd name="connsiteY5" fmla="*/ 376114 h 2542435"/>
              <a:gd name="connsiteX6" fmla="*/ 3532056 w 7390357"/>
              <a:gd name="connsiteY6" fmla="*/ 21272 h 2542435"/>
              <a:gd name="connsiteX7" fmla="*/ 3982433 w 7390357"/>
              <a:gd name="connsiteY7" fmla="*/ 198693 h 2542435"/>
              <a:gd name="connsiteX8" fmla="*/ 4733059 w 7390357"/>
              <a:gd name="connsiteY8" fmla="*/ 1481583 h 2542435"/>
              <a:gd name="connsiteX9" fmla="*/ 5340911 w 7390357"/>
              <a:gd name="connsiteY9" fmla="*/ 2055781 h 2542435"/>
              <a:gd name="connsiteX10" fmla="*/ 5649139 w 7390357"/>
              <a:gd name="connsiteY10" fmla="*/ 2223593 h 2542435"/>
              <a:gd name="connsiteX11" fmla="*/ 6590837 w 7390357"/>
              <a:gd name="connsiteY11" fmla="*/ 2411157 h 2542435"/>
              <a:gd name="connsiteX12" fmla="*/ 7302847 w 7390357"/>
              <a:gd name="connsiteY12" fmla="*/ 2541610 h 2542435"/>
              <a:gd name="connsiteX0" fmla="*/ 0 w 6891018"/>
              <a:gd name="connsiteY0" fmla="*/ 2526437 h 2647715"/>
              <a:gd name="connsiteX1" fmla="*/ 1068737 w 6891018"/>
              <a:gd name="connsiteY1" fmla="*/ 2283750 h 2647715"/>
              <a:gd name="connsiteX2" fmla="*/ 1625359 w 6891018"/>
              <a:gd name="connsiteY2" fmla="*/ 2234726 h 2647715"/>
              <a:gd name="connsiteX3" fmla="*/ 1976212 w 6891018"/>
              <a:gd name="connsiteY3" fmla="*/ 2109380 h 2647715"/>
              <a:gd name="connsiteX4" fmla="*/ 2453883 w 6891018"/>
              <a:gd name="connsiteY4" fmla="*/ 1618060 h 2647715"/>
              <a:gd name="connsiteX5" fmla="*/ 3108976 w 6891018"/>
              <a:gd name="connsiteY5" fmla="*/ 376114 h 2647715"/>
              <a:gd name="connsiteX6" fmla="*/ 3532056 w 6891018"/>
              <a:gd name="connsiteY6" fmla="*/ 21272 h 2647715"/>
              <a:gd name="connsiteX7" fmla="*/ 3982433 w 6891018"/>
              <a:gd name="connsiteY7" fmla="*/ 198693 h 2647715"/>
              <a:gd name="connsiteX8" fmla="*/ 4733059 w 6891018"/>
              <a:gd name="connsiteY8" fmla="*/ 1481583 h 2647715"/>
              <a:gd name="connsiteX9" fmla="*/ 5340911 w 6891018"/>
              <a:gd name="connsiteY9" fmla="*/ 2055781 h 2647715"/>
              <a:gd name="connsiteX10" fmla="*/ 5649139 w 6891018"/>
              <a:gd name="connsiteY10" fmla="*/ 2223593 h 2647715"/>
              <a:gd name="connsiteX11" fmla="*/ 6590837 w 6891018"/>
              <a:gd name="connsiteY11" fmla="*/ 2411157 h 2647715"/>
              <a:gd name="connsiteX12" fmla="*/ 6732984 w 6891018"/>
              <a:gd name="connsiteY12" fmla="*/ 2647285 h 2647715"/>
              <a:gd name="connsiteX0" fmla="*/ 0 w 6630233"/>
              <a:gd name="connsiteY0" fmla="*/ 2536043 h 2647715"/>
              <a:gd name="connsiteX1" fmla="*/ 807952 w 6630233"/>
              <a:gd name="connsiteY1" fmla="*/ 2283750 h 2647715"/>
              <a:gd name="connsiteX2" fmla="*/ 1364574 w 6630233"/>
              <a:gd name="connsiteY2" fmla="*/ 2234726 h 2647715"/>
              <a:gd name="connsiteX3" fmla="*/ 1715427 w 6630233"/>
              <a:gd name="connsiteY3" fmla="*/ 2109380 h 2647715"/>
              <a:gd name="connsiteX4" fmla="*/ 2193098 w 6630233"/>
              <a:gd name="connsiteY4" fmla="*/ 1618060 h 2647715"/>
              <a:gd name="connsiteX5" fmla="*/ 2848191 w 6630233"/>
              <a:gd name="connsiteY5" fmla="*/ 376114 h 2647715"/>
              <a:gd name="connsiteX6" fmla="*/ 3271271 w 6630233"/>
              <a:gd name="connsiteY6" fmla="*/ 21272 h 2647715"/>
              <a:gd name="connsiteX7" fmla="*/ 3721648 w 6630233"/>
              <a:gd name="connsiteY7" fmla="*/ 198693 h 2647715"/>
              <a:gd name="connsiteX8" fmla="*/ 4472274 w 6630233"/>
              <a:gd name="connsiteY8" fmla="*/ 1481583 h 2647715"/>
              <a:gd name="connsiteX9" fmla="*/ 5080126 w 6630233"/>
              <a:gd name="connsiteY9" fmla="*/ 2055781 h 2647715"/>
              <a:gd name="connsiteX10" fmla="*/ 5388354 w 6630233"/>
              <a:gd name="connsiteY10" fmla="*/ 2223593 h 2647715"/>
              <a:gd name="connsiteX11" fmla="*/ 6330052 w 6630233"/>
              <a:gd name="connsiteY11" fmla="*/ 2411157 h 2647715"/>
              <a:gd name="connsiteX12" fmla="*/ 6472199 w 6630233"/>
              <a:gd name="connsiteY12" fmla="*/ 2647285 h 2647715"/>
              <a:gd name="connsiteX0" fmla="*/ 0 w 6622706"/>
              <a:gd name="connsiteY0" fmla="*/ 2536043 h 2609379"/>
              <a:gd name="connsiteX1" fmla="*/ 807952 w 6622706"/>
              <a:gd name="connsiteY1" fmla="*/ 2283750 h 2609379"/>
              <a:gd name="connsiteX2" fmla="*/ 1364574 w 6622706"/>
              <a:gd name="connsiteY2" fmla="*/ 2234726 h 2609379"/>
              <a:gd name="connsiteX3" fmla="*/ 1715427 w 6622706"/>
              <a:gd name="connsiteY3" fmla="*/ 2109380 h 2609379"/>
              <a:gd name="connsiteX4" fmla="*/ 2193098 w 6622706"/>
              <a:gd name="connsiteY4" fmla="*/ 1618060 h 2609379"/>
              <a:gd name="connsiteX5" fmla="*/ 2848191 w 6622706"/>
              <a:gd name="connsiteY5" fmla="*/ 376114 h 2609379"/>
              <a:gd name="connsiteX6" fmla="*/ 3271271 w 6622706"/>
              <a:gd name="connsiteY6" fmla="*/ 21272 h 2609379"/>
              <a:gd name="connsiteX7" fmla="*/ 3721648 w 6622706"/>
              <a:gd name="connsiteY7" fmla="*/ 198693 h 2609379"/>
              <a:gd name="connsiteX8" fmla="*/ 4472274 w 6622706"/>
              <a:gd name="connsiteY8" fmla="*/ 1481583 h 2609379"/>
              <a:gd name="connsiteX9" fmla="*/ 5080126 w 6622706"/>
              <a:gd name="connsiteY9" fmla="*/ 2055781 h 2609379"/>
              <a:gd name="connsiteX10" fmla="*/ 5388354 w 6622706"/>
              <a:gd name="connsiteY10" fmla="*/ 2223593 h 2609379"/>
              <a:gd name="connsiteX11" fmla="*/ 6330052 w 6622706"/>
              <a:gd name="connsiteY11" fmla="*/ 2411157 h 2609379"/>
              <a:gd name="connsiteX12" fmla="*/ 6462541 w 6622706"/>
              <a:gd name="connsiteY12" fmla="*/ 2608858 h 2609379"/>
              <a:gd name="connsiteX0" fmla="*/ 0 w 6630234"/>
              <a:gd name="connsiteY0" fmla="*/ 2536043 h 2580655"/>
              <a:gd name="connsiteX1" fmla="*/ 807952 w 6630234"/>
              <a:gd name="connsiteY1" fmla="*/ 2283750 h 2580655"/>
              <a:gd name="connsiteX2" fmla="*/ 1364574 w 6630234"/>
              <a:gd name="connsiteY2" fmla="*/ 2234726 h 2580655"/>
              <a:gd name="connsiteX3" fmla="*/ 1715427 w 6630234"/>
              <a:gd name="connsiteY3" fmla="*/ 2109380 h 2580655"/>
              <a:gd name="connsiteX4" fmla="*/ 2193098 w 6630234"/>
              <a:gd name="connsiteY4" fmla="*/ 1618060 h 2580655"/>
              <a:gd name="connsiteX5" fmla="*/ 2848191 w 6630234"/>
              <a:gd name="connsiteY5" fmla="*/ 376114 h 2580655"/>
              <a:gd name="connsiteX6" fmla="*/ 3271271 w 6630234"/>
              <a:gd name="connsiteY6" fmla="*/ 21272 h 2580655"/>
              <a:gd name="connsiteX7" fmla="*/ 3721648 w 6630234"/>
              <a:gd name="connsiteY7" fmla="*/ 198693 h 2580655"/>
              <a:gd name="connsiteX8" fmla="*/ 4472274 w 6630234"/>
              <a:gd name="connsiteY8" fmla="*/ 1481583 h 2580655"/>
              <a:gd name="connsiteX9" fmla="*/ 5080126 w 6630234"/>
              <a:gd name="connsiteY9" fmla="*/ 2055781 h 2580655"/>
              <a:gd name="connsiteX10" fmla="*/ 5388354 w 6630234"/>
              <a:gd name="connsiteY10" fmla="*/ 2223593 h 2580655"/>
              <a:gd name="connsiteX11" fmla="*/ 6330052 w 6630234"/>
              <a:gd name="connsiteY11" fmla="*/ 2411157 h 2580655"/>
              <a:gd name="connsiteX12" fmla="*/ 6472200 w 6630234"/>
              <a:gd name="connsiteY12" fmla="*/ 2580037 h 2580655"/>
              <a:gd name="connsiteX0" fmla="*/ 0 w 6638819"/>
              <a:gd name="connsiteY0" fmla="*/ 2536043 h 2580655"/>
              <a:gd name="connsiteX1" fmla="*/ 807952 w 6638819"/>
              <a:gd name="connsiteY1" fmla="*/ 2283750 h 2580655"/>
              <a:gd name="connsiteX2" fmla="*/ 1364574 w 6638819"/>
              <a:gd name="connsiteY2" fmla="*/ 2234726 h 2580655"/>
              <a:gd name="connsiteX3" fmla="*/ 1715427 w 6638819"/>
              <a:gd name="connsiteY3" fmla="*/ 2109380 h 2580655"/>
              <a:gd name="connsiteX4" fmla="*/ 2193098 w 6638819"/>
              <a:gd name="connsiteY4" fmla="*/ 1618060 h 2580655"/>
              <a:gd name="connsiteX5" fmla="*/ 2848191 w 6638819"/>
              <a:gd name="connsiteY5" fmla="*/ 376114 h 2580655"/>
              <a:gd name="connsiteX6" fmla="*/ 3271271 w 6638819"/>
              <a:gd name="connsiteY6" fmla="*/ 21272 h 2580655"/>
              <a:gd name="connsiteX7" fmla="*/ 3721648 w 6638819"/>
              <a:gd name="connsiteY7" fmla="*/ 198693 h 2580655"/>
              <a:gd name="connsiteX8" fmla="*/ 4472274 w 6638819"/>
              <a:gd name="connsiteY8" fmla="*/ 1481583 h 2580655"/>
              <a:gd name="connsiteX9" fmla="*/ 5080126 w 6638819"/>
              <a:gd name="connsiteY9" fmla="*/ 2055781 h 2580655"/>
              <a:gd name="connsiteX10" fmla="*/ 5388354 w 6638819"/>
              <a:gd name="connsiteY10" fmla="*/ 2223593 h 2580655"/>
              <a:gd name="connsiteX11" fmla="*/ 6330052 w 6638819"/>
              <a:gd name="connsiteY11" fmla="*/ 2411157 h 2580655"/>
              <a:gd name="connsiteX12" fmla="*/ 6472200 w 6638819"/>
              <a:gd name="connsiteY12" fmla="*/ 2580037 h 2580655"/>
              <a:gd name="connsiteX0" fmla="*/ 0 w 6765097"/>
              <a:gd name="connsiteY0" fmla="*/ 2536043 h 2536043"/>
              <a:gd name="connsiteX1" fmla="*/ 807952 w 6765097"/>
              <a:gd name="connsiteY1" fmla="*/ 2283750 h 2536043"/>
              <a:gd name="connsiteX2" fmla="*/ 1364574 w 6765097"/>
              <a:gd name="connsiteY2" fmla="*/ 2234726 h 2536043"/>
              <a:gd name="connsiteX3" fmla="*/ 1715427 w 6765097"/>
              <a:gd name="connsiteY3" fmla="*/ 2109380 h 2536043"/>
              <a:gd name="connsiteX4" fmla="*/ 2193098 w 6765097"/>
              <a:gd name="connsiteY4" fmla="*/ 1618060 h 2536043"/>
              <a:gd name="connsiteX5" fmla="*/ 2848191 w 6765097"/>
              <a:gd name="connsiteY5" fmla="*/ 376114 h 2536043"/>
              <a:gd name="connsiteX6" fmla="*/ 3271271 w 6765097"/>
              <a:gd name="connsiteY6" fmla="*/ 21272 h 2536043"/>
              <a:gd name="connsiteX7" fmla="*/ 3721648 w 6765097"/>
              <a:gd name="connsiteY7" fmla="*/ 198693 h 2536043"/>
              <a:gd name="connsiteX8" fmla="*/ 4472274 w 6765097"/>
              <a:gd name="connsiteY8" fmla="*/ 1481583 h 2536043"/>
              <a:gd name="connsiteX9" fmla="*/ 5080126 w 6765097"/>
              <a:gd name="connsiteY9" fmla="*/ 2055781 h 2536043"/>
              <a:gd name="connsiteX10" fmla="*/ 5388354 w 6765097"/>
              <a:gd name="connsiteY10" fmla="*/ 2223593 h 2536043"/>
              <a:gd name="connsiteX11" fmla="*/ 6330052 w 6765097"/>
              <a:gd name="connsiteY11" fmla="*/ 2411157 h 2536043"/>
              <a:gd name="connsiteX12" fmla="*/ 6626739 w 6765097"/>
              <a:gd name="connsiteY12" fmla="*/ 2532003 h 2536043"/>
              <a:gd name="connsiteX0" fmla="*/ 0 w 6727811"/>
              <a:gd name="connsiteY0" fmla="*/ 2536043 h 2573427"/>
              <a:gd name="connsiteX1" fmla="*/ 807952 w 6727811"/>
              <a:gd name="connsiteY1" fmla="*/ 2283750 h 2573427"/>
              <a:gd name="connsiteX2" fmla="*/ 1364574 w 6727811"/>
              <a:gd name="connsiteY2" fmla="*/ 2234726 h 2573427"/>
              <a:gd name="connsiteX3" fmla="*/ 1715427 w 6727811"/>
              <a:gd name="connsiteY3" fmla="*/ 2109380 h 2573427"/>
              <a:gd name="connsiteX4" fmla="*/ 2193098 w 6727811"/>
              <a:gd name="connsiteY4" fmla="*/ 1618060 h 2573427"/>
              <a:gd name="connsiteX5" fmla="*/ 2848191 w 6727811"/>
              <a:gd name="connsiteY5" fmla="*/ 376114 h 2573427"/>
              <a:gd name="connsiteX6" fmla="*/ 3271271 w 6727811"/>
              <a:gd name="connsiteY6" fmla="*/ 21272 h 2573427"/>
              <a:gd name="connsiteX7" fmla="*/ 3721648 w 6727811"/>
              <a:gd name="connsiteY7" fmla="*/ 198693 h 2573427"/>
              <a:gd name="connsiteX8" fmla="*/ 4472274 w 6727811"/>
              <a:gd name="connsiteY8" fmla="*/ 1481583 h 2573427"/>
              <a:gd name="connsiteX9" fmla="*/ 5080126 w 6727811"/>
              <a:gd name="connsiteY9" fmla="*/ 2055781 h 2573427"/>
              <a:gd name="connsiteX10" fmla="*/ 5388354 w 6727811"/>
              <a:gd name="connsiteY10" fmla="*/ 2223593 h 2573427"/>
              <a:gd name="connsiteX11" fmla="*/ 6330052 w 6727811"/>
              <a:gd name="connsiteY11" fmla="*/ 2411157 h 2573427"/>
              <a:gd name="connsiteX12" fmla="*/ 6626739 w 6727811"/>
              <a:gd name="connsiteY12" fmla="*/ 2532003 h 2573427"/>
              <a:gd name="connsiteX0" fmla="*/ 0 w 6731925"/>
              <a:gd name="connsiteY0" fmla="*/ 2536043 h 2537379"/>
              <a:gd name="connsiteX1" fmla="*/ 807952 w 6731925"/>
              <a:gd name="connsiteY1" fmla="*/ 2283750 h 2537379"/>
              <a:gd name="connsiteX2" fmla="*/ 1364574 w 6731925"/>
              <a:gd name="connsiteY2" fmla="*/ 2234726 h 2537379"/>
              <a:gd name="connsiteX3" fmla="*/ 1715427 w 6731925"/>
              <a:gd name="connsiteY3" fmla="*/ 2109380 h 2537379"/>
              <a:gd name="connsiteX4" fmla="*/ 2193098 w 6731925"/>
              <a:gd name="connsiteY4" fmla="*/ 1618060 h 2537379"/>
              <a:gd name="connsiteX5" fmla="*/ 2848191 w 6731925"/>
              <a:gd name="connsiteY5" fmla="*/ 376114 h 2537379"/>
              <a:gd name="connsiteX6" fmla="*/ 3271271 w 6731925"/>
              <a:gd name="connsiteY6" fmla="*/ 21272 h 2537379"/>
              <a:gd name="connsiteX7" fmla="*/ 3721648 w 6731925"/>
              <a:gd name="connsiteY7" fmla="*/ 198693 h 2537379"/>
              <a:gd name="connsiteX8" fmla="*/ 4472274 w 6731925"/>
              <a:gd name="connsiteY8" fmla="*/ 1481583 h 2537379"/>
              <a:gd name="connsiteX9" fmla="*/ 5080126 w 6731925"/>
              <a:gd name="connsiteY9" fmla="*/ 2055781 h 2537379"/>
              <a:gd name="connsiteX10" fmla="*/ 5388354 w 6731925"/>
              <a:gd name="connsiteY10" fmla="*/ 2223593 h 2537379"/>
              <a:gd name="connsiteX11" fmla="*/ 6330052 w 6731925"/>
              <a:gd name="connsiteY11" fmla="*/ 2411157 h 2537379"/>
              <a:gd name="connsiteX12" fmla="*/ 6626739 w 6731925"/>
              <a:gd name="connsiteY12" fmla="*/ 2532003 h 2537379"/>
              <a:gd name="connsiteX0" fmla="*/ 0 w 6956352"/>
              <a:gd name="connsiteY0" fmla="*/ 2536043 h 2574692"/>
              <a:gd name="connsiteX1" fmla="*/ 807952 w 6956352"/>
              <a:gd name="connsiteY1" fmla="*/ 2283750 h 2574692"/>
              <a:gd name="connsiteX2" fmla="*/ 1364574 w 6956352"/>
              <a:gd name="connsiteY2" fmla="*/ 2234726 h 2574692"/>
              <a:gd name="connsiteX3" fmla="*/ 1715427 w 6956352"/>
              <a:gd name="connsiteY3" fmla="*/ 2109380 h 2574692"/>
              <a:gd name="connsiteX4" fmla="*/ 2193098 w 6956352"/>
              <a:gd name="connsiteY4" fmla="*/ 1618060 h 2574692"/>
              <a:gd name="connsiteX5" fmla="*/ 2848191 w 6956352"/>
              <a:gd name="connsiteY5" fmla="*/ 376114 h 2574692"/>
              <a:gd name="connsiteX6" fmla="*/ 3271271 w 6956352"/>
              <a:gd name="connsiteY6" fmla="*/ 21272 h 2574692"/>
              <a:gd name="connsiteX7" fmla="*/ 3721648 w 6956352"/>
              <a:gd name="connsiteY7" fmla="*/ 198693 h 2574692"/>
              <a:gd name="connsiteX8" fmla="*/ 4472274 w 6956352"/>
              <a:gd name="connsiteY8" fmla="*/ 1481583 h 2574692"/>
              <a:gd name="connsiteX9" fmla="*/ 5080126 w 6956352"/>
              <a:gd name="connsiteY9" fmla="*/ 2055781 h 2574692"/>
              <a:gd name="connsiteX10" fmla="*/ 5388354 w 6956352"/>
              <a:gd name="connsiteY10" fmla="*/ 2223593 h 2574692"/>
              <a:gd name="connsiteX11" fmla="*/ 6330052 w 6956352"/>
              <a:gd name="connsiteY11" fmla="*/ 2411157 h 2574692"/>
              <a:gd name="connsiteX12" fmla="*/ 6877865 w 6956352"/>
              <a:gd name="connsiteY12" fmla="*/ 2570431 h 2574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956352" h="2574692">
                <a:moveTo>
                  <a:pt x="0" y="2536043"/>
                </a:moveTo>
                <a:cubicBezTo>
                  <a:pt x="246797" y="2524670"/>
                  <a:pt x="580523" y="2333970"/>
                  <a:pt x="807952" y="2283750"/>
                </a:cubicBezTo>
                <a:cubicBezTo>
                  <a:pt x="1035381" y="2233531"/>
                  <a:pt x="1213328" y="2263788"/>
                  <a:pt x="1364574" y="2234726"/>
                </a:cubicBezTo>
                <a:cubicBezTo>
                  <a:pt x="1515820" y="2205664"/>
                  <a:pt x="1577340" y="2212158"/>
                  <a:pt x="1715427" y="2109380"/>
                </a:cubicBezTo>
                <a:cubicBezTo>
                  <a:pt x="1853514" y="2006602"/>
                  <a:pt x="2004304" y="1906938"/>
                  <a:pt x="2193098" y="1618060"/>
                </a:cubicBezTo>
                <a:cubicBezTo>
                  <a:pt x="2381892" y="1329182"/>
                  <a:pt x="2668496" y="642245"/>
                  <a:pt x="2848191" y="376114"/>
                </a:cubicBezTo>
                <a:cubicBezTo>
                  <a:pt x="3027887" y="109983"/>
                  <a:pt x="3125695" y="50842"/>
                  <a:pt x="3271271" y="21272"/>
                </a:cubicBezTo>
                <a:cubicBezTo>
                  <a:pt x="3416847" y="-8298"/>
                  <a:pt x="3521481" y="-44692"/>
                  <a:pt x="3721648" y="198693"/>
                </a:cubicBezTo>
                <a:cubicBezTo>
                  <a:pt x="3921815" y="442078"/>
                  <a:pt x="4245861" y="1172068"/>
                  <a:pt x="4472274" y="1481583"/>
                </a:cubicBezTo>
                <a:cubicBezTo>
                  <a:pt x="4698687" y="1791098"/>
                  <a:pt x="4927446" y="1932113"/>
                  <a:pt x="5080126" y="2055781"/>
                </a:cubicBezTo>
                <a:cubicBezTo>
                  <a:pt x="5232806" y="2179449"/>
                  <a:pt x="5180033" y="2164364"/>
                  <a:pt x="5388354" y="2223593"/>
                </a:cubicBezTo>
                <a:cubicBezTo>
                  <a:pt x="5596675" y="2282822"/>
                  <a:pt x="6081800" y="2353351"/>
                  <a:pt x="6330052" y="2411157"/>
                </a:cubicBezTo>
                <a:cubicBezTo>
                  <a:pt x="6578304" y="2468963"/>
                  <a:pt x="7168053" y="2599898"/>
                  <a:pt x="6877865" y="2570431"/>
                </a:cubicBez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solidFill>
              <a:srgbClr val="0070C0"/>
            </a:solidFill>
          </a:ln>
          <a:effectLst>
            <a:reflection blurRad="203200" stA="0" endPos="65000" dist="508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/>
          <p:cNvSpPr/>
          <p:nvPr/>
        </p:nvSpPr>
        <p:spPr>
          <a:xfrm>
            <a:off x="4564702" y="4605454"/>
            <a:ext cx="3051582" cy="1572581"/>
          </a:xfrm>
          <a:custGeom>
            <a:avLst/>
            <a:gdLst>
              <a:gd name="connsiteX0" fmla="*/ 0 w 6875362"/>
              <a:gd name="connsiteY0" fmla="*/ 3450164 h 3463483"/>
              <a:gd name="connsiteX1" fmla="*/ 544011 w 6875362"/>
              <a:gd name="connsiteY1" fmla="*/ 3450164 h 3463483"/>
              <a:gd name="connsiteX2" fmla="*/ 1111170 w 6875362"/>
              <a:gd name="connsiteY2" fmla="*/ 3392290 h 3463483"/>
              <a:gd name="connsiteX3" fmla="*/ 1423686 w 6875362"/>
              <a:gd name="connsiteY3" fmla="*/ 3195521 h 3463483"/>
              <a:gd name="connsiteX4" fmla="*/ 1655180 w 6875362"/>
              <a:gd name="connsiteY4" fmla="*/ 3033475 h 3463483"/>
              <a:gd name="connsiteX5" fmla="*/ 2013995 w 6875362"/>
              <a:gd name="connsiteY5" fmla="*/ 2582063 h 3463483"/>
              <a:gd name="connsiteX6" fmla="*/ 2893671 w 6875362"/>
              <a:gd name="connsiteY6" fmla="*/ 730113 h 3463483"/>
              <a:gd name="connsiteX7" fmla="*/ 3264061 w 6875362"/>
              <a:gd name="connsiteY7" fmla="*/ 116655 h 3463483"/>
              <a:gd name="connsiteX8" fmla="*/ 3599727 w 6875362"/>
              <a:gd name="connsiteY8" fmla="*/ 35632 h 3463483"/>
              <a:gd name="connsiteX9" fmla="*/ 3993266 w 6875362"/>
              <a:gd name="connsiteY9" fmla="*/ 533344 h 3463483"/>
              <a:gd name="connsiteX10" fmla="*/ 4352081 w 6875362"/>
              <a:gd name="connsiteY10" fmla="*/ 1366721 h 3463483"/>
              <a:gd name="connsiteX11" fmla="*/ 4780345 w 6875362"/>
              <a:gd name="connsiteY11" fmla="*/ 2304270 h 3463483"/>
              <a:gd name="connsiteX12" fmla="*/ 5197033 w 6875362"/>
              <a:gd name="connsiteY12" fmla="*/ 2987176 h 3463483"/>
              <a:gd name="connsiteX13" fmla="*/ 5590573 w 6875362"/>
              <a:gd name="connsiteY13" fmla="*/ 3288118 h 3463483"/>
              <a:gd name="connsiteX14" fmla="*/ 6180881 w 6875362"/>
              <a:gd name="connsiteY14" fmla="*/ 3438589 h 3463483"/>
              <a:gd name="connsiteX15" fmla="*/ 6875362 w 6875362"/>
              <a:gd name="connsiteY15" fmla="*/ 3461738 h 3463483"/>
              <a:gd name="connsiteX0" fmla="*/ 0 w 6875362"/>
              <a:gd name="connsiteY0" fmla="*/ 3450164 h 3463483"/>
              <a:gd name="connsiteX1" fmla="*/ 544011 w 6875362"/>
              <a:gd name="connsiteY1" fmla="*/ 3450164 h 3463483"/>
              <a:gd name="connsiteX2" fmla="*/ 1111170 w 6875362"/>
              <a:gd name="connsiteY2" fmla="*/ 3392290 h 3463483"/>
              <a:gd name="connsiteX3" fmla="*/ 1423686 w 6875362"/>
              <a:gd name="connsiteY3" fmla="*/ 3195521 h 3463483"/>
              <a:gd name="connsiteX4" fmla="*/ 1655180 w 6875362"/>
              <a:gd name="connsiteY4" fmla="*/ 3033475 h 3463483"/>
              <a:gd name="connsiteX5" fmla="*/ 2013995 w 6875362"/>
              <a:gd name="connsiteY5" fmla="*/ 2582063 h 3463483"/>
              <a:gd name="connsiteX6" fmla="*/ 2893671 w 6875362"/>
              <a:gd name="connsiteY6" fmla="*/ 730113 h 3463483"/>
              <a:gd name="connsiteX7" fmla="*/ 3264061 w 6875362"/>
              <a:gd name="connsiteY7" fmla="*/ 116655 h 3463483"/>
              <a:gd name="connsiteX8" fmla="*/ 3599727 w 6875362"/>
              <a:gd name="connsiteY8" fmla="*/ 35632 h 3463483"/>
              <a:gd name="connsiteX9" fmla="*/ 3993266 w 6875362"/>
              <a:gd name="connsiteY9" fmla="*/ 533344 h 3463483"/>
              <a:gd name="connsiteX10" fmla="*/ 4583575 w 6875362"/>
              <a:gd name="connsiteY10" fmla="*/ 3230245 h 3463483"/>
              <a:gd name="connsiteX11" fmla="*/ 4780345 w 6875362"/>
              <a:gd name="connsiteY11" fmla="*/ 2304270 h 3463483"/>
              <a:gd name="connsiteX12" fmla="*/ 5197033 w 6875362"/>
              <a:gd name="connsiteY12" fmla="*/ 2987176 h 3463483"/>
              <a:gd name="connsiteX13" fmla="*/ 5590573 w 6875362"/>
              <a:gd name="connsiteY13" fmla="*/ 3288118 h 3463483"/>
              <a:gd name="connsiteX14" fmla="*/ 6180881 w 6875362"/>
              <a:gd name="connsiteY14" fmla="*/ 3438589 h 3463483"/>
              <a:gd name="connsiteX15" fmla="*/ 6875362 w 6875362"/>
              <a:gd name="connsiteY15" fmla="*/ 3461738 h 3463483"/>
              <a:gd name="connsiteX0" fmla="*/ 0 w 6875362"/>
              <a:gd name="connsiteY0" fmla="*/ 3450164 h 3463483"/>
              <a:gd name="connsiteX1" fmla="*/ 544011 w 6875362"/>
              <a:gd name="connsiteY1" fmla="*/ 3450164 h 3463483"/>
              <a:gd name="connsiteX2" fmla="*/ 1111170 w 6875362"/>
              <a:gd name="connsiteY2" fmla="*/ 3392290 h 3463483"/>
              <a:gd name="connsiteX3" fmla="*/ 1423686 w 6875362"/>
              <a:gd name="connsiteY3" fmla="*/ 3195521 h 3463483"/>
              <a:gd name="connsiteX4" fmla="*/ 1655180 w 6875362"/>
              <a:gd name="connsiteY4" fmla="*/ 3033475 h 3463483"/>
              <a:gd name="connsiteX5" fmla="*/ 2013995 w 6875362"/>
              <a:gd name="connsiteY5" fmla="*/ 2582063 h 3463483"/>
              <a:gd name="connsiteX6" fmla="*/ 2893671 w 6875362"/>
              <a:gd name="connsiteY6" fmla="*/ 730113 h 3463483"/>
              <a:gd name="connsiteX7" fmla="*/ 3264061 w 6875362"/>
              <a:gd name="connsiteY7" fmla="*/ 116655 h 3463483"/>
              <a:gd name="connsiteX8" fmla="*/ 3599727 w 6875362"/>
              <a:gd name="connsiteY8" fmla="*/ 35632 h 3463483"/>
              <a:gd name="connsiteX9" fmla="*/ 3993266 w 6875362"/>
              <a:gd name="connsiteY9" fmla="*/ 533344 h 3463483"/>
              <a:gd name="connsiteX10" fmla="*/ 4930815 w 6875362"/>
              <a:gd name="connsiteY10" fmla="*/ 1910731 h 3463483"/>
              <a:gd name="connsiteX11" fmla="*/ 4780345 w 6875362"/>
              <a:gd name="connsiteY11" fmla="*/ 2304270 h 3463483"/>
              <a:gd name="connsiteX12" fmla="*/ 5197033 w 6875362"/>
              <a:gd name="connsiteY12" fmla="*/ 2987176 h 3463483"/>
              <a:gd name="connsiteX13" fmla="*/ 5590573 w 6875362"/>
              <a:gd name="connsiteY13" fmla="*/ 3288118 h 3463483"/>
              <a:gd name="connsiteX14" fmla="*/ 6180881 w 6875362"/>
              <a:gd name="connsiteY14" fmla="*/ 3438589 h 3463483"/>
              <a:gd name="connsiteX15" fmla="*/ 6875362 w 6875362"/>
              <a:gd name="connsiteY15" fmla="*/ 3461738 h 3463483"/>
              <a:gd name="connsiteX0" fmla="*/ 0 w 6875362"/>
              <a:gd name="connsiteY0" fmla="*/ 3450164 h 3463483"/>
              <a:gd name="connsiteX1" fmla="*/ 544011 w 6875362"/>
              <a:gd name="connsiteY1" fmla="*/ 3450164 h 3463483"/>
              <a:gd name="connsiteX2" fmla="*/ 1111170 w 6875362"/>
              <a:gd name="connsiteY2" fmla="*/ 3392290 h 3463483"/>
              <a:gd name="connsiteX3" fmla="*/ 1423686 w 6875362"/>
              <a:gd name="connsiteY3" fmla="*/ 3195521 h 3463483"/>
              <a:gd name="connsiteX4" fmla="*/ 1655180 w 6875362"/>
              <a:gd name="connsiteY4" fmla="*/ 3033475 h 3463483"/>
              <a:gd name="connsiteX5" fmla="*/ 2013995 w 6875362"/>
              <a:gd name="connsiteY5" fmla="*/ 2582063 h 3463483"/>
              <a:gd name="connsiteX6" fmla="*/ 2893671 w 6875362"/>
              <a:gd name="connsiteY6" fmla="*/ 730113 h 3463483"/>
              <a:gd name="connsiteX7" fmla="*/ 3264061 w 6875362"/>
              <a:gd name="connsiteY7" fmla="*/ 116655 h 3463483"/>
              <a:gd name="connsiteX8" fmla="*/ 3599727 w 6875362"/>
              <a:gd name="connsiteY8" fmla="*/ 35632 h 3463483"/>
              <a:gd name="connsiteX9" fmla="*/ 3993266 w 6875362"/>
              <a:gd name="connsiteY9" fmla="*/ 533344 h 3463483"/>
              <a:gd name="connsiteX10" fmla="*/ 4930815 w 6875362"/>
              <a:gd name="connsiteY10" fmla="*/ 1910731 h 3463483"/>
              <a:gd name="connsiteX11" fmla="*/ 5081287 w 6875362"/>
              <a:gd name="connsiteY11" fmla="*/ 2327419 h 3463483"/>
              <a:gd name="connsiteX12" fmla="*/ 5197033 w 6875362"/>
              <a:gd name="connsiteY12" fmla="*/ 2987176 h 3463483"/>
              <a:gd name="connsiteX13" fmla="*/ 5590573 w 6875362"/>
              <a:gd name="connsiteY13" fmla="*/ 3288118 h 3463483"/>
              <a:gd name="connsiteX14" fmla="*/ 6180881 w 6875362"/>
              <a:gd name="connsiteY14" fmla="*/ 3438589 h 3463483"/>
              <a:gd name="connsiteX15" fmla="*/ 6875362 w 6875362"/>
              <a:gd name="connsiteY15" fmla="*/ 3461738 h 3463483"/>
              <a:gd name="connsiteX0" fmla="*/ 0 w 6875362"/>
              <a:gd name="connsiteY0" fmla="*/ 3450164 h 3463483"/>
              <a:gd name="connsiteX1" fmla="*/ 544011 w 6875362"/>
              <a:gd name="connsiteY1" fmla="*/ 3450164 h 3463483"/>
              <a:gd name="connsiteX2" fmla="*/ 1111170 w 6875362"/>
              <a:gd name="connsiteY2" fmla="*/ 3392290 h 3463483"/>
              <a:gd name="connsiteX3" fmla="*/ 1423686 w 6875362"/>
              <a:gd name="connsiteY3" fmla="*/ 3195521 h 3463483"/>
              <a:gd name="connsiteX4" fmla="*/ 1655180 w 6875362"/>
              <a:gd name="connsiteY4" fmla="*/ 3033475 h 3463483"/>
              <a:gd name="connsiteX5" fmla="*/ 2013995 w 6875362"/>
              <a:gd name="connsiteY5" fmla="*/ 2582063 h 3463483"/>
              <a:gd name="connsiteX6" fmla="*/ 2893671 w 6875362"/>
              <a:gd name="connsiteY6" fmla="*/ 730113 h 3463483"/>
              <a:gd name="connsiteX7" fmla="*/ 3264061 w 6875362"/>
              <a:gd name="connsiteY7" fmla="*/ 116655 h 3463483"/>
              <a:gd name="connsiteX8" fmla="*/ 3599727 w 6875362"/>
              <a:gd name="connsiteY8" fmla="*/ 35632 h 3463483"/>
              <a:gd name="connsiteX9" fmla="*/ 3993266 w 6875362"/>
              <a:gd name="connsiteY9" fmla="*/ 533344 h 3463483"/>
              <a:gd name="connsiteX10" fmla="*/ 4930815 w 6875362"/>
              <a:gd name="connsiteY10" fmla="*/ 1910731 h 3463483"/>
              <a:gd name="connsiteX11" fmla="*/ 5081287 w 6875362"/>
              <a:gd name="connsiteY11" fmla="*/ 2327419 h 3463483"/>
              <a:gd name="connsiteX12" fmla="*/ 5497975 w 6875362"/>
              <a:gd name="connsiteY12" fmla="*/ 2940878 h 3463483"/>
              <a:gd name="connsiteX13" fmla="*/ 5590573 w 6875362"/>
              <a:gd name="connsiteY13" fmla="*/ 3288118 h 3463483"/>
              <a:gd name="connsiteX14" fmla="*/ 6180881 w 6875362"/>
              <a:gd name="connsiteY14" fmla="*/ 3438589 h 3463483"/>
              <a:gd name="connsiteX15" fmla="*/ 6875362 w 6875362"/>
              <a:gd name="connsiteY15" fmla="*/ 3461738 h 3463483"/>
              <a:gd name="connsiteX0" fmla="*/ 0 w 6875362"/>
              <a:gd name="connsiteY0" fmla="*/ 3450164 h 3465399"/>
              <a:gd name="connsiteX1" fmla="*/ 544011 w 6875362"/>
              <a:gd name="connsiteY1" fmla="*/ 3450164 h 3465399"/>
              <a:gd name="connsiteX2" fmla="*/ 1111170 w 6875362"/>
              <a:gd name="connsiteY2" fmla="*/ 3392290 h 3465399"/>
              <a:gd name="connsiteX3" fmla="*/ 1423686 w 6875362"/>
              <a:gd name="connsiteY3" fmla="*/ 3195521 h 3465399"/>
              <a:gd name="connsiteX4" fmla="*/ 1655180 w 6875362"/>
              <a:gd name="connsiteY4" fmla="*/ 3033475 h 3465399"/>
              <a:gd name="connsiteX5" fmla="*/ 2013995 w 6875362"/>
              <a:gd name="connsiteY5" fmla="*/ 2582063 h 3465399"/>
              <a:gd name="connsiteX6" fmla="*/ 2893671 w 6875362"/>
              <a:gd name="connsiteY6" fmla="*/ 730113 h 3465399"/>
              <a:gd name="connsiteX7" fmla="*/ 3264061 w 6875362"/>
              <a:gd name="connsiteY7" fmla="*/ 116655 h 3465399"/>
              <a:gd name="connsiteX8" fmla="*/ 3599727 w 6875362"/>
              <a:gd name="connsiteY8" fmla="*/ 35632 h 3465399"/>
              <a:gd name="connsiteX9" fmla="*/ 3993266 w 6875362"/>
              <a:gd name="connsiteY9" fmla="*/ 533344 h 3465399"/>
              <a:gd name="connsiteX10" fmla="*/ 4930815 w 6875362"/>
              <a:gd name="connsiteY10" fmla="*/ 1910731 h 3465399"/>
              <a:gd name="connsiteX11" fmla="*/ 5081287 w 6875362"/>
              <a:gd name="connsiteY11" fmla="*/ 2327419 h 3465399"/>
              <a:gd name="connsiteX12" fmla="*/ 5497975 w 6875362"/>
              <a:gd name="connsiteY12" fmla="*/ 2940878 h 3465399"/>
              <a:gd name="connsiteX13" fmla="*/ 5891514 w 6875362"/>
              <a:gd name="connsiteY13" fmla="*/ 3241820 h 3465399"/>
              <a:gd name="connsiteX14" fmla="*/ 6180881 w 6875362"/>
              <a:gd name="connsiteY14" fmla="*/ 3438589 h 3465399"/>
              <a:gd name="connsiteX15" fmla="*/ 6875362 w 6875362"/>
              <a:gd name="connsiteY15" fmla="*/ 3461738 h 3465399"/>
              <a:gd name="connsiteX0" fmla="*/ 0 w 6875362"/>
              <a:gd name="connsiteY0" fmla="*/ 3450164 h 3465399"/>
              <a:gd name="connsiteX1" fmla="*/ 544011 w 6875362"/>
              <a:gd name="connsiteY1" fmla="*/ 3450164 h 3465399"/>
              <a:gd name="connsiteX2" fmla="*/ 1111170 w 6875362"/>
              <a:gd name="connsiteY2" fmla="*/ 3392290 h 3465399"/>
              <a:gd name="connsiteX3" fmla="*/ 1423686 w 6875362"/>
              <a:gd name="connsiteY3" fmla="*/ 3195521 h 3465399"/>
              <a:gd name="connsiteX4" fmla="*/ 1655180 w 6875362"/>
              <a:gd name="connsiteY4" fmla="*/ 3033475 h 3465399"/>
              <a:gd name="connsiteX5" fmla="*/ 2013995 w 6875362"/>
              <a:gd name="connsiteY5" fmla="*/ 2582063 h 3465399"/>
              <a:gd name="connsiteX6" fmla="*/ 2893671 w 6875362"/>
              <a:gd name="connsiteY6" fmla="*/ 730113 h 3465399"/>
              <a:gd name="connsiteX7" fmla="*/ 3264061 w 6875362"/>
              <a:gd name="connsiteY7" fmla="*/ 116655 h 3465399"/>
              <a:gd name="connsiteX8" fmla="*/ 3599727 w 6875362"/>
              <a:gd name="connsiteY8" fmla="*/ 35632 h 3465399"/>
              <a:gd name="connsiteX9" fmla="*/ 3993266 w 6875362"/>
              <a:gd name="connsiteY9" fmla="*/ 533344 h 3465399"/>
              <a:gd name="connsiteX10" fmla="*/ 4930815 w 6875362"/>
              <a:gd name="connsiteY10" fmla="*/ 1910731 h 3465399"/>
              <a:gd name="connsiteX11" fmla="*/ 5197034 w 6875362"/>
              <a:gd name="connsiteY11" fmla="*/ 2373718 h 3465399"/>
              <a:gd name="connsiteX12" fmla="*/ 5497975 w 6875362"/>
              <a:gd name="connsiteY12" fmla="*/ 2940878 h 3465399"/>
              <a:gd name="connsiteX13" fmla="*/ 5891514 w 6875362"/>
              <a:gd name="connsiteY13" fmla="*/ 3241820 h 3465399"/>
              <a:gd name="connsiteX14" fmla="*/ 6180881 w 6875362"/>
              <a:gd name="connsiteY14" fmla="*/ 3438589 h 3465399"/>
              <a:gd name="connsiteX15" fmla="*/ 6875362 w 6875362"/>
              <a:gd name="connsiteY15" fmla="*/ 3461738 h 3465399"/>
              <a:gd name="connsiteX0" fmla="*/ 0 w 6875362"/>
              <a:gd name="connsiteY0" fmla="*/ 3348128 h 3363363"/>
              <a:gd name="connsiteX1" fmla="*/ 544011 w 6875362"/>
              <a:gd name="connsiteY1" fmla="*/ 3348128 h 3363363"/>
              <a:gd name="connsiteX2" fmla="*/ 1111170 w 6875362"/>
              <a:gd name="connsiteY2" fmla="*/ 3290254 h 3363363"/>
              <a:gd name="connsiteX3" fmla="*/ 1423686 w 6875362"/>
              <a:gd name="connsiteY3" fmla="*/ 3093485 h 3363363"/>
              <a:gd name="connsiteX4" fmla="*/ 1655180 w 6875362"/>
              <a:gd name="connsiteY4" fmla="*/ 2931439 h 3363363"/>
              <a:gd name="connsiteX5" fmla="*/ 2013995 w 6875362"/>
              <a:gd name="connsiteY5" fmla="*/ 2480027 h 3363363"/>
              <a:gd name="connsiteX6" fmla="*/ 2893671 w 6875362"/>
              <a:gd name="connsiteY6" fmla="*/ 628077 h 3363363"/>
              <a:gd name="connsiteX7" fmla="*/ 3264061 w 6875362"/>
              <a:gd name="connsiteY7" fmla="*/ 14619 h 3363363"/>
              <a:gd name="connsiteX8" fmla="*/ 3530279 w 6875362"/>
              <a:gd name="connsiteY8" fmla="*/ 211388 h 3363363"/>
              <a:gd name="connsiteX9" fmla="*/ 3993266 w 6875362"/>
              <a:gd name="connsiteY9" fmla="*/ 431308 h 3363363"/>
              <a:gd name="connsiteX10" fmla="*/ 4930815 w 6875362"/>
              <a:gd name="connsiteY10" fmla="*/ 1808695 h 3363363"/>
              <a:gd name="connsiteX11" fmla="*/ 5197034 w 6875362"/>
              <a:gd name="connsiteY11" fmla="*/ 2271682 h 3363363"/>
              <a:gd name="connsiteX12" fmla="*/ 5497975 w 6875362"/>
              <a:gd name="connsiteY12" fmla="*/ 2838842 h 3363363"/>
              <a:gd name="connsiteX13" fmla="*/ 5891514 w 6875362"/>
              <a:gd name="connsiteY13" fmla="*/ 3139784 h 3363363"/>
              <a:gd name="connsiteX14" fmla="*/ 6180881 w 6875362"/>
              <a:gd name="connsiteY14" fmla="*/ 3336553 h 3363363"/>
              <a:gd name="connsiteX15" fmla="*/ 6875362 w 6875362"/>
              <a:gd name="connsiteY15" fmla="*/ 3359702 h 3363363"/>
              <a:gd name="connsiteX0" fmla="*/ 0 w 6875362"/>
              <a:gd name="connsiteY0" fmla="*/ 3138819 h 3154054"/>
              <a:gd name="connsiteX1" fmla="*/ 544011 w 6875362"/>
              <a:gd name="connsiteY1" fmla="*/ 3138819 h 3154054"/>
              <a:gd name="connsiteX2" fmla="*/ 1111170 w 6875362"/>
              <a:gd name="connsiteY2" fmla="*/ 3080945 h 3154054"/>
              <a:gd name="connsiteX3" fmla="*/ 1423686 w 6875362"/>
              <a:gd name="connsiteY3" fmla="*/ 2884176 h 3154054"/>
              <a:gd name="connsiteX4" fmla="*/ 1655180 w 6875362"/>
              <a:gd name="connsiteY4" fmla="*/ 2722130 h 3154054"/>
              <a:gd name="connsiteX5" fmla="*/ 2013995 w 6875362"/>
              <a:gd name="connsiteY5" fmla="*/ 2270718 h 3154054"/>
              <a:gd name="connsiteX6" fmla="*/ 2893671 w 6875362"/>
              <a:gd name="connsiteY6" fmla="*/ 418768 h 3154054"/>
              <a:gd name="connsiteX7" fmla="*/ 3194613 w 6875362"/>
              <a:gd name="connsiteY7" fmla="*/ 129401 h 3154054"/>
              <a:gd name="connsiteX8" fmla="*/ 3530279 w 6875362"/>
              <a:gd name="connsiteY8" fmla="*/ 2079 h 3154054"/>
              <a:gd name="connsiteX9" fmla="*/ 3993266 w 6875362"/>
              <a:gd name="connsiteY9" fmla="*/ 221999 h 3154054"/>
              <a:gd name="connsiteX10" fmla="*/ 4930815 w 6875362"/>
              <a:gd name="connsiteY10" fmla="*/ 1599386 h 3154054"/>
              <a:gd name="connsiteX11" fmla="*/ 5197034 w 6875362"/>
              <a:gd name="connsiteY11" fmla="*/ 2062373 h 3154054"/>
              <a:gd name="connsiteX12" fmla="*/ 5497975 w 6875362"/>
              <a:gd name="connsiteY12" fmla="*/ 2629533 h 3154054"/>
              <a:gd name="connsiteX13" fmla="*/ 5891514 w 6875362"/>
              <a:gd name="connsiteY13" fmla="*/ 2930475 h 3154054"/>
              <a:gd name="connsiteX14" fmla="*/ 6180881 w 6875362"/>
              <a:gd name="connsiteY14" fmla="*/ 3127244 h 3154054"/>
              <a:gd name="connsiteX15" fmla="*/ 6875362 w 6875362"/>
              <a:gd name="connsiteY15" fmla="*/ 3150393 h 3154054"/>
              <a:gd name="connsiteX0" fmla="*/ 0 w 6875362"/>
              <a:gd name="connsiteY0" fmla="*/ 3137376 h 3152611"/>
              <a:gd name="connsiteX1" fmla="*/ 544011 w 6875362"/>
              <a:gd name="connsiteY1" fmla="*/ 3137376 h 3152611"/>
              <a:gd name="connsiteX2" fmla="*/ 1111170 w 6875362"/>
              <a:gd name="connsiteY2" fmla="*/ 3079502 h 3152611"/>
              <a:gd name="connsiteX3" fmla="*/ 1423686 w 6875362"/>
              <a:gd name="connsiteY3" fmla="*/ 2882733 h 3152611"/>
              <a:gd name="connsiteX4" fmla="*/ 1655180 w 6875362"/>
              <a:gd name="connsiteY4" fmla="*/ 2720687 h 3152611"/>
              <a:gd name="connsiteX5" fmla="*/ 2013995 w 6875362"/>
              <a:gd name="connsiteY5" fmla="*/ 2269275 h 3152611"/>
              <a:gd name="connsiteX6" fmla="*/ 2893671 w 6875362"/>
              <a:gd name="connsiteY6" fmla="*/ 417325 h 3152611"/>
              <a:gd name="connsiteX7" fmla="*/ 3229337 w 6875362"/>
              <a:gd name="connsiteY7" fmla="*/ 162682 h 3152611"/>
              <a:gd name="connsiteX8" fmla="*/ 3530279 w 6875362"/>
              <a:gd name="connsiteY8" fmla="*/ 636 h 3152611"/>
              <a:gd name="connsiteX9" fmla="*/ 3993266 w 6875362"/>
              <a:gd name="connsiteY9" fmla="*/ 220556 h 3152611"/>
              <a:gd name="connsiteX10" fmla="*/ 4930815 w 6875362"/>
              <a:gd name="connsiteY10" fmla="*/ 1597943 h 3152611"/>
              <a:gd name="connsiteX11" fmla="*/ 5197034 w 6875362"/>
              <a:gd name="connsiteY11" fmla="*/ 2060930 h 3152611"/>
              <a:gd name="connsiteX12" fmla="*/ 5497975 w 6875362"/>
              <a:gd name="connsiteY12" fmla="*/ 2628090 h 3152611"/>
              <a:gd name="connsiteX13" fmla="*/ 5891514 w 6875362"/>
              <a:gd name="connsiteY13" fmla="*/ 2929032 h 3152611"/>
              <a:gd name="connsiteX14" fmla="*/ 6180881 w 6875362"/>
              <a:gd name="connsiteY14" fmla="*/ 3125801 h 3152611"/>
              <a:gd name="connsiteX15" fmla="*/ 6875362 w 6875362"/>
              <a:gd name="connsiteY15" fmla="*/ 3148950 h 3152611"/>
              <a:gd name="connsiteX0" fmla="*/ 0 w 6875362"/>
              <a:gd name="connsiteY0" fmla="*/ 3137355 h 3152590"/>
              <a:gd name="connsiteX1" fmla="*/ 544011 w 6875362"/>
              <a:gd name="connsiteY1" fmla="*/ 3137355 h 3152590"/>
              <a:gd name="connsiteX2" fmla="*/ 1111170 w 6875362"/>
              <a:gd name="connsiteY2" fmla="*/ 3079481 h 3152590"/>
              <a:gd name="connsiteX3" fmla="*/ 1423686 w 6875362"/>
              <a:gd name="connsiteY3" fmla="*/ 2882712 h 3152590"/>
              <a:gd name="connsiteX4" fmla="*/ 1655180 w 6875362"/>
              <a:gd name="connsiteY4" fmla="*/ 2720666 h 3152590"/>
              <a:gd name="connsiteX5" fmla="*/ 2013995 w 6875362"/>
              <a:gd name="connsiteY5" fmla="*/ 2269254 h 3152590"/>
              <a:gd name="connsiteX6" fmla="*/ 2835798 w 6875362"/>
              <a:gd name="connsiteY6" fmla="*/ 394155 h 3152590"/>
              <a:gd name="connsiteX7" fmla="*/ 3229337 w 6875362"/>
              <a:gd name="connsiteY7" fmla="*/ 162661 h 3152590"/>
              <a:gd name="connsiteX8" fmla="*/ 3530279 w 6875362"/>
              <a:gd name="connsiteY8" fmla="*/ 615 h 3152590"/>
              <a:gd name="connsiteX9" fmla="*/ 3993266 w 6875362"/>
              <a:gd name="connsiteY9" fmla="*/ 220535 h 3152590"/>
              <a:gd name="connsiteX10" fmla="*/ 4930815 w 6875362"/>
              <a:gd name="connsiteY10" fmla="*/ 1597922 h 3152590"/>
              <a:gd name="connsiteX11" fmla="*/ 5197034 w 6875362"/>
              <a:gd name="connsiteY11" fmla="*/ 2060909 h 3152590"/>
              <a:gd name="connsiteX12" fmla="*/ 5497975 w 6875362"/>
              <a:gd name="connsiteY12" fmla="*/ 2628069 h 3152590"/>
              <a:gd name="connsiteX13" fmla="*/ 5891514 w 6875362"/>
              <a:gd name="connsiteY13" fmla="*/ 2929011 h 3152590"/>
              <a:gd name="connsiteX14" fmla="*/ 6180881 w 6875362"/>
              <a:gd name="connsiteY14" fmla="*/ 3125780 h 3152590"/>
              <a:gd name="connsiteX15" fmla="*/ 6875362 w 6875362"/>
              <a:gd name="connsiteY15" fmla="*/ 3148929 h 3152590"/>
              <a:gd name="connsiteX0" fmla="*/ 0 w 6875362"/>
              <a:gd name="connsiteY0" fmla="*/ 3137462 h 3152697"/>
              <a:gd name="connsiteX1" fmla="*/ 544011 w 6875362"/>
              <a:gd name="connsiteY1" fmla="*/ 3137462 h 3152697"/>
              <a:gd name="connsiteX2" fmla="*/ 1111170 w 6875362"/>
              <a:gd name="connsiteY2" fmla="*/ 3079588 h 3152697"/>
              <a:gd name="connsiteX3" fmla="*/ 1423686 w 6875362"/>
              <a:gd name="connsiteY3" fmla="*/ 2882819 h 3152697"/>
              <a:gd name="connsiteX4" fmla="*/ 1655180 w 6875362"/>
              <a:gd name="connsiteY4" fmla="*/ 2720773 h 3152697"/>
              <a:gd name="connsiteX5" fmla="*/ 2013995 w 6875362"/>
              <a:gd name="connsiteY5" fmla="*/ 2269361 h 3152697"/>
              <a:gd name="connsiteX6" fmla="*/ 2986269 w 6875362"/>
              <a:gd name="connsiteY6" fmla="*/ 498434 h 3152697"/>
              <a:gd name="connsiteX7" fmla="*/ 3229337 w 6875362"/>
              <a:gd name="connsiteY7" fmla="*/ 162768 h 3152697"/>
              <a:gd name="connsiteX8" fmla="*/ 3530279 w 6875362"/>
              <a:gd name="connsiteY8" fmla="*/ 722 h 3152697"/>
              <a:gd name="connsiteX9" fmla="*/ 3993266 w 6875362"/>
              <a:gd name="connsiteY9" fmla="*/ 220642 h 3152697"/>
              <a:gd name="connsiteX10" fmla="*/ 4930815 w 6875362"/>
              <a:gd name="connsiteY10" fmla="*/ 1598029 h 3152697"/>
              <a:gd name="connsiteX11" fmla="*/ 5197034 w 6875362"/>
              <a:gd name="connsiteY11" fmla="*/ 2061016 h 3152697"/>
              <a:gd name="connsiteX12" fmla="*/ 5497975 w 6875362"/>
              <a:gd name="connsiteY12" fmla="*/ 2628176 h 3152697"/>
              <a:gd name="connsiteX13" fmla="*/ 5891514 w 6875362"/>
              <a:gd name="connsiteY13" fmla="*/ 2929118 h 3152697"/>
              <a:gd name="connsiteX14" fmla="*/ 6180881 w 6875362"/>
              <a:gd name="connsiteY14" fmla="*/ 3125887 h 3152697"/>
              <a:gd name="connsiteX15" fmla="*/ 6875362 w 6875362"/>
              <a:gd name="connsiteY15" fmla="*/ 3149036 h 3152697"/>
              <a:gd name="connsiteX0" fmla="*/ 0 w 6875362"/>
              <a:gd name="connsiteY0" fmla="*/ 3137462 h 3152697"/>
              <a:gd name="connsiteX1" fmla="*/ 544011 w 6875362"/>
              <a:gd name="connsiteY1" fmla="*/ 3137462 h 3152697"/>
              <a:gd name="connsiteX2" fmla="*/ 1111170 w 6875362"/>
              <a:gd name="connsiteY2" fmla="*/ 3079588 h 3152697"/>
              <a:gd name="connsiteX3" fmla="*/ 1423686 w 6875362"/>
              <a:gd name="connsiteY3" fmla="*/ 2882819 h 3152697"/>
              <a:gd name="connsiteX4" fmla="*/ 1655180 w 6875362"/>
              <a:gd name="connsiteY4" fmla="*/ 2720773 h 3152697"/>
              <a:gd name="connsiteX5" fmla="*/ 2013995 w 6875362"/>
              <a:gd name="connsiteY5" fmla="*/ 2269361 h 3152697"/>
              <a:gd name="connsiteX6" fmla="*/ 2986269 w 6875362"/>
              <a:gd name="connsiteY6" fmla="*/ 498434 h 3152697"/>
              <a:gd name="connsiteX7" fmla="*/ 3229337 w 6875362"/>
              <a:gd name="connsiteY7" fmla="*/ 162768 h 3152697"/>
              <a:gd name="connsiteX8" fmla="*/ 3530279 w 6875362"/>
              <a:gd name="connsiteY8" fmla="*/ 722 h 3152697"/>
              <a:gd name="connsiteX9" fmla="*/ 3993266 w 6875362"/>
              <a:gd name="connsiteY9" fmla="*/ 220642 h 3152697"/>
              <a:gd name="connsiteX10" fmla="*/ 4930815 w 6875362"/>
              <a:gd name="connsiteY10" fmla="*/ 1598029 h 3152697"/>
              <a:gd name="connsiteX11" fmla="*/ 5197034 w 6875362"/>
              <a:gd name="connsiteY11" fmla="*/ 2061016 h 3152697"/>
              <a:gd name="connsiteX12" fmla="*/ 5497975 w 6875362"/>
              <a:gd name="connsiteY12" fmla="*/ 2628176 h 3152697"/>
              <a:gd name="connsiteX13" fmla="*/ 5891514 w 6875362"/>
              <a:gd name="connsiteY13" fmla="*/ 2929118 h 3152697"/>
              <a:gd name="connsiteX14" fmla="*/ 6180881 w 6875362"/>
              <a:gd name="connsiteY14" fmla="*/ 3125887 h 3152697"/>
              <a:gd name="connsiteX15" fmla="*/ 6875362 w 6875362"/>
              <a:gd name="connsiteY15" fmla="*/ 3149036 h 3152697"/>
              <a:gd name="connsiteX0" fmla="*/ 0 w 6875362"/>
              <a:gd name="connsiteY0" fmla="*/ 3137411 h 3152646"/>
              <a:gd name="connsiteX1" fmla="*/ 544011 w 6875362"/>
              <a:gd name="connsiteY1" fmla="*/ 3137411 h 3152646"/>
              <a:gd name="connsiteX2" fmla="*/ 1111170 w 6875362"/>
              <a:gd name="connsiteY2" fmla="*/ 3079537 h 3152646"/>
              <a:gd name="connsiteX3" fmla="*/ 1423686 w 6875362"/>
              <a:gd name="connsiteY3" fmla="*/ 2882768 h 3152646"/>
              <a:gd name="connsiteX4" fmla="*/ 1655180 w 6875362"/>
              <a:gd name="connsiteY4" fmla="*/ 2720722 h 3152646"/>
              <a:gd name="connsiteX5" fmla="*/ 2013995 w 6875362"/>
              <a:gd name="connsiteY5" fmla="*/ 2269310 h 3152646"/>
              <a:gd name="connsiteX6" fmla="*/ 2928396 w 6875362"/>
              <a:gd name="connsiteY6" fmla="*/ 452084 h 3152646"/>
              <a:gd name="connsiteX7" fmla="*/ 3229337 w 6875362"/>
              <a:gd name="connsiteY7" fmla="*/ 162717 h 3152646"/>
              <a:gd name="connsiteX8" fmla="*/ 3530279 w 6875362"/>
              <a:gd name="connsiteY8" fmla="*/ 671 h 3152646"/>
              <a:gd name="connsiteX9" fmla="*/ 3993266 w 6875362"/>
              <a:gd name="connsiteY9" fmla="*/ 220591 h 3152646"/>
              <a:gd name="connsiteX10" fmla="*/ 4930815 w 6875362"/>
              <a:gd name="connsiteY10" fmla="*/ 1597978 h 3152646"/>
              <a:gd name="connsiteX11" fmla="*/ 5197034 w 6875362"/>
              <a:gd name="connsiteY11" fmla="*/ 2060965 h 3152646"/>
              <a:gd name="connsiteX12" fmla="*/ 5497975 w 6875362"/>
              <a:gd name="connsiteY12" fmla="*/ 2628125 h 3152646"/>
              <a:gd name="connsiteX13" fmla="*/ 5891514 w 6875362"/>
              <a:gd name="connsiteY13" fmla="*/ 2929067 h 3152646"/>
              <a:gd name="connsiteX14" fmla="*/ 6180881 w 6875362"/>
              <a:gd name="connsiteY14" fmla="*/ 3125836 h 3152646"/>
              <a:gd name="connsiteX15" fmla="*/ 6875362 w 6875362"/>
              <a:gd name="connsiteY15" fmla="*/ 3148985 h 3152646"/>
              <a:gd name="connsiteX0" fmla="*/ 0 w 6875362"/>
              <a:gd name="connsiteY0" fmla="*/ 2989285 h 3004520"/>
              <a:gd name="connsiteX1" fmla="*/ 544011 w 6875362"/>
              <a:gd name="connsiteY1" fmla="*/ 2989285 h 3004520"/>
              <a:gd name="connsiteX2" fmla="*/ 1111170 w 6875362"/>
              <a:gd name="connsiteY2" fmla="*/ 2931411 h 3004520"/>
              <a:gd name="connsiteX3" fmla="*/ 1423686 w 6875362"/>
              <a:gd name="connsiteY3" fmla="*/ 2734642 h 3004520"/>
              <a:gd name="connsiteX4" fmla="*/ 1655180 w 6875362"/>
              <a:gd name="connsiteY4" fmla="*/ 2572596 h 3004520"/>
              <a:gd name="connsiteX5" fmla="*/ 2013995 w 6875362"/>
              <a:gd name="connsiteY5" fmla="*/ 2121184 h 3004520"/>
              <a:gd name="connsiteX6" fmla="*/ 2928396 w 6875362"/>
              <a:gd name="connsiteY6" fmla="*/ 303958 h 3004520"/>
              <a:gd name="connsiteX7" fmla="*/ 3229337 w 6875362"/>
              <a:gd name="connsiteY7" fmla="*/ 14591 h 3004520"/>
              <a:gd name="connsiteX8" fmla="*/ 3646026 w 6875362"/>
              <a:gd name="connsiteY8" fmla="*/ 280809 h 3004520"/>
              <a:gd name="connsiteX9" fmla="*/ 3993266 w 6875362"/>
              <a:gd name="connsiteY9" fmla="*/ 72465 h 3004520"/>
              <a:gd name="connsiteX10" fmla="*/ 4930815 w 6875362"/>
              <a:gd name="connsiteY10" fmla="*/ 1449852 h 3004520"/>
              <a:gd name="connsiteX11" fmla="*/ 5197034 w 6875362"/>
              <a:gd name="connsiteY11" fmla="*/ 1912839 h 3004520"/>
              <a:gd name="connsiteX12" fmla="*/ 5497975 w 6875362"/>
              <a:gd name="connsiteY12" fmla="*/ 2479999 h 3004520"/>
              <a:gd name="connsiteX13" fmla="*/ 5891514 w 6875362"/>
              <a:gd name="connsiteY13" fmla="*/ 2780941 h 3004520"/>
              <a:gd name="connsiteX14" fmla="*/ 6180881 w 6875362"/>
              <a:gd name="connsiteY14" fmla="*/ 2977710 h 3004520"/>
              <a:gd name="connsiteX15" fmla="*/ 6875362 w 6875362"/>
              <a:gd name="connsiteY15" fmla="*/ 3000859 h 3004520"/>
              <a:gd name="connsiteX0" fmla="*/ 0 w 6875362"/>
              <a:gd name="connsiteY0" fmla="*/ 2975392 h 2990627"/>
              <a:gd name="connsiteX1" fmla="*/ 544011 w 6875362"/>
              <a:gd name="connsiteY1" fmla="*/ 2975392 h 2990627"/>
              <a:gd name="connsiteX2" fmla="*/ 1111170 w 6875362"/>
              <a:gd name="connsiteY2" fmla="*/ 2917518 h 2990627"/>
              <a:gd name="connsiteX3" fmla="*/ 1423686 w 6875362"/>
              <a:gd name="connsiteY3" fmla="*/ 2720749 h 2990627"/>
              <a:gd name="connsiteX4" fmla="*/ 1655180 w 6875362"/>
              <a:gd name="connsiteY4" fmla="*/ 2558703 h 2990627"/>
              <a:gd name="connsiteX5" fmla="*/ 2013995 w 6875362"/>
              <a:gd name="connsiteY5" fmla="*/ 2107291 h 2990627"/>
              <a:gd name="connsiteX6" fmla="*/ 2928396 w 6875362"/>
              <a:gd name="connsiteY6" fmla="*/ 290065 h 2990627"/>
              <a:gd name="connsiteX7" fmla="*/ 3194613 w 6875362"/>
              <a:gd name="connsiteY7" fmla="*/ 382662 h 2990627"/>
              <a:gd name="connsiteX8" fmla="*/ 3646026 w 6875362"/>
              <a:gd name="connsiteY8" fmla="*/ 266916 h 2990627"/>
              <a:gd name="connsiteX9" fmla="*/ 3993266 w 6875362"/>
              <a:gd name="connsiteY9" fmla="*/ 58572 h 2990627"/>
              <a:gd name="connsiteX10" fmla="*/ 4930815 w 6875362"/>
              <a:gd name="connsiteY10" fmla="*/ 1435959 h 2990627"/>
              <a:gd name="connsiteX11" fmla="*/ 5197034 w 6875362"/>
              <a:gd name="connsiteY11" fmla="*/ 1898946 h 2990627"/>
              <a:gd name="connsiteX12" fmla="*/ 5497975 w 6875362"/>
              <a:gd name="connsiteY12" fmla="*/ 2466106 h 2990627"/>
              <a:gd name="connsiteX13" fmla="*/ 5891514 w 6875362"/>
              <a:gd name="connsiteY13" fmla="*/ 2767048 h 2990627"/>
              <a:gd name="connsiteX14" fmla="*/ 6180881 w 6875362"/>
              <a:gd name="connsiteY14" fmla="*/ 2963817 h 2990627"/>
              <a:gd name="connsiteX15" fmla="*/ 6875362 w 6875362"/>
              <a:gd name="connsiteY15" fmla="*/ 2986966 h 2990627"/>
              <a:gd name="connsiteX0" fmla="*/ 0 w 6875362"/>
              <a:gd name="connsiteY0" fmla="*/ 2975392 h 2990627"/>
              <a:gd name="connsiteX1" fmla="*/ 544011 w 6875362"/>
              <a:gd name="connsiteY1" fmla="*/ 2975392 h 2990627"/>
              <a:gd name="connsiteX2" fmla="*/ 1111170 w 6875362"/>
              <a:gd name="connsiteY2" fmla="*/ 2917518 h 2990627"/>
              <a:gd name="connsiteX3" fmla="*/ 1423686 w 6875362"/>
              <a:gd name="connsiteY3" fmla="*/ 2720749 h 2990627"/>
              <a:gd name="connsiteX4" fmla="*/ 1655180 w 6875362"/>
              <a:gd name="connsiteY4" fmla="*/ 2558703 h 2990627"/>
              <a:gd name="connsiteX5" fmla="*/ 2013995 w 6875362"/>
              <a:gd name="connsiteY5" fmla="*/ 2107291 h 2990627"/>
              <a:gd name="connsiteX6" fmla="*/ 2882097 w 6875362"/>
              <a:gd name="connsiteY6" fmla="*/ 602582 h 2990627"/>
              <a:gd name="connsiteX7" fmla="*/ 3194613 w 6875362"/>
              <a:gd name="connsiteY7" fmla="*/ 382662 h 2990627"/>
              <a:gd name="connsiteX8" fmla="*/ 3646026 w 6875362"/>
              <a:gd name="connsiteY8" fmla="*/ 266916 h 2990627"/>
              <a:gd name="connsiteX9" fmla="*/ 3993266 w 6875362"/>
              <a:gd name="connsiteY9" fmla="*/ 58572 h 2990627"/>
              <a:gd name="connsiteX10" fmla="*/ 4930815 w 6875362"/>
              <a:gd name="connsiteY10" fmla="*/ 1435959 h 2990627"/>
              <a:gd name="connsiteX11" fmla="*/ 5197034 w 6875362"/>
              <a:gd name="connsiteY11" fmla="*/ 1898946 h 2990627"/>
              <a:gd name="connsiteX12" fmla="*/ 5497975 w 6875362"/>
              <a:gd name="connsiteY12" fmla="*/ 2466106 h 2990627"/>
              <a:gd name="connsiteX13" fmla="*/ 5891514 w 6875362"/>
              <a:gd name="connsiteY13" fmla="*/ 2767048 h 2990627"/>
              <a:gd name="connsiteX14" fmla="*/ 6180881 w 6875362"/>
              <a:gd name="connsiteY14" fmla="*/ 2963817 h 2990627"/>
              <a:gd name="connsiteX15" fmla="*/ 6875362 w 6875362"/>
              <a:gd name="connsiteY15" fmla="*/ 2986966 h 2990627"/>
              <a:gd name="connsiteX0" fmla="*/ 0 w 6875362"/>
              <a:gd name="connsiteY0" fmla="*/ 2710105 h 2725340"/>
              <a:gd name="connsiteX1" fmla="*/ 544011 w 6875362"/>
              <a:gd name="connsiteY1" fmla="*/ 2710105 h 2725340"/>
              <a:gd name="connsiteX2" fmla="*/ 1111170 w 6875362"/>
              <a:gd name="connsiteY2" fmla="*/ 2652231 h 2725340"/>
              <a:gd name="connsiteX3" fmla="*/ 1423686 w 6875362"/>
              <a:gd name="connsiteY3" fmla="*/ 2455462 h 2725340"/>
              <a:gd name="connsiteX4" fmla="*/ 1655180 w 6875362"/>
              <a:gd name="connsiteY4" fmla="*/ 2293416 h 2725340"/>
              <a:gd name="connsiteX5" fmla="*/ 2013995 w 6875362"/>
              <a:gd name="connsiteY5" fmla="*/ 1842004 h 2725340"/>
              <a:gd name="connsiteX6" fmla="*/ 2882097 w 6875362"/>
              <a:gd name="connsiteY6" fmla="*/ 337295 h 2725340"/>
              <a:gd name="connsiteX7" fmla="*/ 3194613 w 6875362"/>
              <a:gd name="connsiteY7" fmla="*/ 117375 h 2725340"/>
              <a:gd name="connsiteX8" fmla="*/ 3646026 w 6875362"/>
              <a:gd name="connsiteY8" fmla="*/ 1629 h 2725340"/>
              <a:gd name="connsiteX9" fmla="*/ 4039565 w 6875362"/>
              <a:gd name="connsiteY9" fmla="*/ 198399 h 2725340"/>
              <a:gd name="connsiteX10" fmla="*/ 4930815 w 6875362"/>
              <a:gd name="connsiteY10" fmla="*/ 1170672 h 2725340"/>
              <a:gd name="connsiteX11" fmla="*/ 5197034 w 6875362"/>
              <a:gd name="connsiteY11" fmla="*/ 1633659 h 2725340"/>
              <a:gd name="connsiteX12" fmla="*/ 5497975 w 6875362"/>
              <a:gd name="connsiteY12" fmla="*/ 2200819 h 2725340"/>
              <a:gd name="connsiteX13" fmla="*/ 5891514 w 6875362"/>
              <a:gd name="connsiteY13" fmla="*/ 2501761 h 2725340"/>
              <a:gd name="connsiteX14" fmla="*/ 6180881 w 6875362"/>
              <a:gd name="connsiteY14" fmla="*/ 2698530 h 2725340"/>
              <a:gd name="connsiteX15" fmla="*/ 6875362 w 6875362"/>
              <a:gd name="connsiteY15" fmla="*/ 2721679 h 2725340"/>
              <a:gd name="connsiteX0" fmla="*/ 0 w 6875362"/>
              <a:gd name="connsiteY0" fmla="*/ 2717067 h 2732302"/>
              <a:gd name="connsiteX1" fmla="*/ 544011 w 6875362"/>
              <a:gd name="connsiteY1" fmla="*/ 2717067 h 2732302"/>
              <a:gd name="connsiteX2" fmla="*/ 1111170 w 6875362"/>
              <a:gd name="connsiteY2" fmla="*/ 2659193 h 2732302"/>
              <a:gd name="connsiteX3" fmla="*/ 1423686 w 6875362"/>
              <a:gd name="connsiteY3" fmla="*/ 2462424 h 2732302"/>
              <a:gd name="connsiteX4" fmla="*/ 1655180 w 6875362"/>
              <a:gd name="connsiteY4" fmla="*/ 2300378 h 2732302"/>
              <a:gd name="connsiteX5" fmla="*/ 2013995 w 6875362"/>
              <a:gd name="connsiteY5" fmla="*/ 1848966 h 2732302"/>
              <a:gd name="connsiteX6" fmla="*/ 2882097 w 6875362"/>
              <a:gd name="connsiteY6" fmla="*/ 344257 h 2732302"/>
              <a:gd name="connsiteX7" fmla="*/ 3310360 w 6875362"/>
              <a:gd name="connsiteY7" fmla="*/ 66464 h 2732302"/>
              <a:gd name="connsiteX8" fmla="*/ 3646026 w 6875362"/>
              <a:gd name="connsiteY8" fmla="*/ 8591 h 2732302"/>
              <a:gd name="connsiteX9" fmla="*/ 4039565 w 6875362"/>
              <a:gd name="connsiteY9" fmla="*/ 205361 h 2732302"/>
              <a:gd name="connsiteX10" fmla="*/ 4930815 w 6875362"/>
              <a:gd name="connsiteY10" fmla="*/ 1177634 h 2732302"/>
              <a:gd name="connsiteX11" fmla="*/ 5197034 w 6875362"/>
              <a:gd name="connsiteY11" fmla="*/ 1640621 h 2732302"/>
              <a:gd name="connsiteX12" fmla="*/ 5497975 w 6875362"/>
              <a:gd name="connsiteY12" fmla="*/ 2207781 h 2732302"/>
              <a:gd name="connsiteX13" fmla="*/ 5891514 w 6875362"/>
              <a:gd name="connsiteY13" fmla="*/ 2508723 h 2732302"/>
              <a:gd name="connsiteX14" fmla="*/ 6180881 w 6875362"/>
              <a:gd name="connsiteY14" fmla="*/ 2705492 h 2732302"/>
              <a:gd name="connsiteX15" fmla="*/ 6875362 w 6875362"/>
              <a:gd name="connsiteY15" fmla="*/ 2728641 h 2732302"/>
              <a:gd name="connsiteX0" fmla="*/ 0 w 6875362"/>
              <a:gd name="connsiteY0" fmla="*/ 2717067 h 2732302"/>
              <a:gd name="connsiteX1" fmla="*/ 544011 w 6875362"/>
              <a:gd name="connsiteY1" fmla="*/ 2717067 h 2732302"/>
              <a:gd name="connsiteX2" fmla="*/ 1111170 w 6875362"/>
              <a:gd name="connsiteY2" fmla="*/ 2659193 h 2732302"/>
              <a:gd name="connsiteX3" fmla="*/ 1423686 w 6875362"/>
              <a:gd name="connsiteY3" fmla="*/ 2462424 h 2732302"/>
              <a:gd name="connsiteX4" fmla="*/ 1655180 w 6875362"/>
              <a:gd name="connsiteY4" fmla="*/ 2300378 h 2732302"/>
              <a:gd name="connsiteX5" fmla="*/ 2071868 w 6875362"/>
              <a:gd name="connsiteY5" fmla="*/ 1258657 h 2732302"/>
              <a:gd name="connsiteX6" fmla="*/ 2882097 w 6875362"/>
              <a:gd name="connsiteY6" fmla="*/ 344257 h 2732302"/>
              <a:gd name="connsiteX7" fmla="*/ 3310360 w 6875362"/>
              <a:gd name="connsiteY7" fmla="*/ 66464 h 2732302"/>
              <a:gd name="connsiteX8" fmla="*/ 3646026 w 6875362"/>
              <a:gd name="connsiteY8" fmla="*/ 8591 h 2732302"/>
              <a:gd name="connsiteX9" fmla="*/ 4039565 w 6875362"/>
              <a:gd name="connsiteY9" fmla="*/ 205361 h 2732302"/>
              <a:gd name="connsiteX10" fmla="*/ 4930815 w 6875362"/>
              <a:gd name="connsiteY10" fmla="*/ 1177634 h 2732302"/>
              <a:gd name="connsiteX11" fmla="*/ 5197034 w 6875362"/>
              <a:gd name="connsiteY11" fmla="*/ 1640621 h 2732302"/>
              <a:gd name="connsiteX12" fmla="*/ 5497975 w 6875362"/>
              <a:gd name="connsiteY12" fmla="*/ 2207781 h 2732302"/>
              <a:gd name="connsiteX13" fmla="*/ 5891514 w 6875362"/>
              <a:gd name="connsiteY13" fmla="*/ 2508723 h 2732302"/>
              <a:gd name="connsiteX14" fmla="*/ 6180881 w 6875362"/>
              <a:gd name="connsiteY14" fmla="*/ 2705492 h 2732302"/>
              <a:gd name="connsiteX15" fmla="*/ 6875362 w 6875362"/>
              <a:gd name="connsiteY15" fmla="*/ 2728641 h 2732302"/>
              <a:gd name="connsiteX0" fmla="*/ 0 w 6875362"/>
              <a:gd name="connsiteY0" fmla="*/ 2717067 h 2732302"/>
              <a:gd name="connsiteX1" fmla="*/ 544011 w 6875362"/>
              <a:gd name="connsiteY1" fmla="*/ 2717067 h 2732302"/>
              <a:gd name="connsiteX2" fmla="*/ 1111170 w 6875362"/>
              <a:gd name="connsiteY2" fmla="*/ 2659193 h 2732302"/>
              <a:gd name="connsiteX3" fmla="*/ 1423686 w 6875362"/>
              <a:gd name="connsiteY3" fmla="*/ 2462424 h 2732302"/>
              <a:gd name="connsiteX4" fmla="*/ 1655180 w 6875362"/>
              <a:gd name="connsiteY4" fmla="*/ 2300378 h 2732302"/>
              <a:gd name="connsiteX5" fmla="*/ 2071868 w 6875362"/>
              <a:gd name="connsiteY5" fmla="*/ 1258657 h 2732302"/>
              <a:gd name="connsiteX6" fmla="*/ 2882097 w 6875362"/>
              <a:gd name="connsiteY6" fmla="*/ 344257 h 2732302"/>
              <a:gd name="connsiteX7" fmla="*/ 3310360 w 6875362"/>
              <a:gd name="connsiteY7" fmla="*/ 66464 h 2732302"/>
              <a:gd name="connsiteX8" fmla="*/ 3646026 w 6875362"/>
              <a:gd name="connsiteY8" fmla="*/ 8591 h 2732302"/>
              <a:gd name="connsiteX9" fmla="*/ 4039565 w 6875362"/>
              <a:gd name="connsiteY9" fmla="*/ 205361 h 2732302"/>
              <a:gd name="connsiteX10" fmla="*/ 5046562 w 6875362"/>
              <a:gd name="connsiteY10" fmla="*/ 1119760 h 2732302"/>
              <a:gd name="connsiteX11" fmla="*/ 5197034 w 6875362"/>
              <a:gd name="connsiteY11" fmla="*/ 1640621 h 2732302"/>
              <a:gd name="connsiteX12" fmla="*/ 5497975 w 6875362"/>
              <a:gd name="connsiteY12" fmla="*/ 2207781 h 2732302"/>
              <a:gd name="connsiteX13" fmla="*/ 5891514 w 6875362"/>
              <a:gd name="connsiteY13" fmla="*/ 2508723 h 2732302"/>
              <a:gd name="connsiteX14" fmla="*/ 6180881 w 6875362"/>
              <a:gd name="connsiteY14" fmla="*/ 2705492 h 2732302"/>
              <a:gd name="connsiteX15" fmla="*/ 6875362 w 6875362"/>
              <a:gd name="connsiteY15" fmla="*/ 2728641 h 2732302"/>
              <a:gd name="connsiteX0" fmla="*/ 0 w 6875362"/>
              <a:gd name="connsiteY0" fmla="*/ 2717067 h 2732302"/>
              <a:gd name="connsiteX1" fmla="*/ 544011 w 6875362"/>
              <a:gd name="connsiteY1" fmla="*/ 2717067 h 2732302"/>
              <a:gd name="connsiteX2" fmla="*/ 1111170 w 6875362"/>
              <a:gd name="connsiteY2" fmla="*/ 2659193 h 2732302"/>
              <a:gd name="connsiteX3" fmla="*/ 1423686 w 6875362"/>
              <a:gd name="connsiteY3" fmla="*/ 2462424 h 2732302"/>
              <a:gd name="connsiteX4" fmla="*/ 1655180 w 6875362"/>
              <a:gd name="connsiteY4" fmla="*/ 2300378 h 2732302"/>
              <a:gd name="connsiteX5" fmla="*/ 2071868 w 6875362"/>
              <a:gd name="connsiteY5" fmla="*/ 1258657 h 2732302"/>
              <a:gd name="connsiteX6" fmla="*/ 2882097 w 6875362"/>
              <a:gd name="connsiteY6" fmla="*/ 344257 h 2732302"/>
              <a:gd name="connsiteX7" fmla="*/ 3310360 w 6875362"/>
              <a:gd name="connsiteY7" fmla="*/ 66464 h 2732302"/>
              <a:gd name="connsiteX8" fmla="*/ 3646026 w 6875362"/>
              <a:gd name="connsiteY8" fmla="*/ 8591 h 2732302"/>
              <a:gd name="connsiteX9" fmla="*/ 4039565 w 6875362"/>
              <a:gd name="connsiteY9" fmla="*/ 205361 h 2732302"/>
              <a:gd name="connsiteX10" fmla="*/ 5046562 w 6875362"/>
              <a:gd name="connsiteY10" fmla="*/ 1119760 h 2732302"/>
              <a:gd name="connsiteX11" fmla="*/ 5301206 w 6875362"/>
              <a:gd name="connsiteY11" fmla="*/ 1686920 h 2732302"/>
              <a:gd name="connsiteX12" fmla="*/ 5497975 w 6875362"/>
              <a:gd name="connsiteY12" fmla="*/ 2207781 h 2732302"/>
              <a:gd name="connsiteX13" fmla="*/ 5891514 w 6875362"/>
              <a:gd name="connsiteY13" fmla="*/ 2508723 h 2732302"/>
              <a:gd name="connsiteX14" fmla="*/ 6180881 w 6875362"/>
              <a:gd name="connsiteY14" fmla="*/ 2705492 h 2732302"/>
              <a:gd name="connsiteX15" fmla="*/ 6875362 w 6875362"/>
              <a:gd name="connsiteY15" fmla="*/ 2728641 h 2732302"/>
              <a:gd name="connsiteX0" fmla="*/ 0 w 6875362"/>
              <a:gd name="connsiteY0" fmla="*/ 2717067 h 2732302"/>
              <a:gd name="connsiteX1" fmla="*/ 544011 w 6875362"/>
              <a:gd name="connsiteY1" fmla="*/ 2717067 h 2732302"/>
              <a:gd name="connsiteX2" fmla="*/ 1111170 w 6875362"/>
              <a:gd name="connsiteY2" fmla="*/ 2659193 h 2732302"/>
              <a:gd name="connsiteX3" fmla="*/ 1423686 w 6875362"/>
              <a:gd name="connsiteY3" fmla="*/ 2462424 h 2732302"/>
              <a:gd name="connsiteX4" fmla="*/ 1655180 w 6875362"/>
              <a:gd name="connsiteY4" fmla="*/ 2300378 h 2732302"/>
              <a:gd name="connsiteX5" fmla="*/ 2071868 w 6875362"/>
              <a:gd name="connsiteY5" fmla="*/ 1258657 h 2732302"/>
              <a:gd name="connsiteX6" fmla="*/ 2882097 w 6875362"/>
              <a:gd name="connsiteY6" fmla="*/ 344257 h 2732302"/>
              <a:gd name="connsiteX7" fmla="*/ 3310360 w 6875362"/>
              <a:gd name="connsiteY7" fmla="*/ 66464 h 2732302"/>
              <a:gd name="connsiteX8" fmla="*/ 3646026 w 6875362"/>
              <a:gd name="connsiteY8" fmla="*/ 8591 h 2732302"/>
              <a:gd name="connsiteX9" fmla="*/ 4039565 w 6875362"/>
              <a:gd name="connsiteY9" fmla="*/ 205361 h 2732302"/>
              <a:gd name="connsiteX10" fmla="*/ 5046562 w 6875362"/>
              <a:gd name="connsiteY10" fmla="*/ 1119760 h 2732302"/>
              <a:gd name="connsiteX11" fmla="*/ 5301206 w 6875362"/>
              <a:gd name="connsiteY11" fmla="*/ 1686920 h 2732302"/>
              <a:gd name="connsiteX12" fmla="*/ 5764193 w 6875362"/>
              <a:gd name="connsiteY12" fmla="*/ 2230930 h 2732302"/>
              <a:gd name="connsiteX13" fmla="*/ 5891514 w 6875362"/>
              <a:gd name="connsiteY13" fmla="*/ 2508723 h 2732302"/>
              <a:gd name="connsiteX14" fmla="*/ 6180881 w 6875362"/>
              <a:gd name="connsiteY14" fmla="*/ 2705492 h 2732302"/>
              <a:gd name="connsiteX15" fmla="*/ 6875362 w 6875362"/>
              <a:gd name="connsiteY15" fmla="*/ 2728641 h 2732302"/>
              <a:gd name="connsiteX0" fmla="*/ 0 w 6875362"/>
              <a:gd name="connsiteY0" fmla="*/ 2717067 h 2732302"/>
              <a:gd name="connsiteX1" fmla="*/ 544011 w 6875362"/>
              <a:gd name="connsiteY1" fmla="*/ 2717067 h 2732302"/>
              <a:gd name="connsiteX2" fmla="*/ 1111170 w 6875362"/>
              <a:gd name="connsiteY2" fmla="*/ 2659193 h 2732302"/>
              <a:gd name="connsiteX3" fmla="*/ 1423686 w 6875362"/>
              <a:gd name="connsiteY3" fmla="*/ 2462424 h 2732302"/>
              <a:gd name="connsiteX4" fmla="*/ 1655180 w 6875362"/>
              <a:gd name="connsiteY4" fmla="*/ 2300378 h 2732302"/>
              <a:gd name="connsiteX5" fmla="*/ 2071868 w 6875362"/>
              <a:gd name="connsiteY5" fmla="*/ 1258657 h 2732302"/>
              <a:gd name="connsiteX6" fmla="*/ 2882097 w 6875362"/>
              <a:gd name="connsiteY6" fmla="*/ 344257 h 2732302"/>
              <a:gd name="connsiteX7" fmla="*/ 3310360 w 6875362"/>
              <a:gd name="connsiteY7" fmla="*/ 66464 h 2732302"/>
              <a:gd name="connsiteX8" fmla="*/ 3646026 w 6875362"/>
              <a:gd name="connsiteY8" fmla="*/ 8591 h 2732302"/>
              <a:gd name="connsiteX9" fmla="*/ 4039565 w 6875362"/>
              <a:gd name="connsiteY9" fmla="*/ 205361 h 2732302"/>
              <a:gd name="connsiteX10" fmla="*/ 5046562 w 6875362"/>
              <a:gd name="connsiteY10" fmla="*/ 1119760 h 2732302"/>
              <a:gd name="connsiteX11" fmla="*/ 5416952 w 6875362"/>
              <a:gd name="connsiteY11" fmla="*/ 1675345 h 2732302"/>
              <a:gd name="connsiteX12" fmla="*/ 5764193 w 6875362"/>
              <a:gd name="connsiteY12" fmla="*/ 2230930 h 2732302"/>
              <a:gd name="connsiteX13" fmla="*/ 5891514 w 6875362"/>
              <a:gd name="connsiteY13" fmla="*/ 2508723 h 2732302"/>
              <a:gd name="connsiteX14" fmla="*/ 6180881 w 6875362"/>
              <a:gd name="connsiteY14" fmla="*/ 2705492 h 2732302"/>
              <a:gd name="connsiteX15" fmla="*/ 6875362 w 6875362"/>
              <a:gd name="connsiteY15" fmla="*/ 2728641 h 2732302"/>
              <a:gd name="connsiteX0" fmla="*/ 0 w 6875362"/>
              <a:gd name="connsiteY0" fmla="*/ 2717067 h 2731749"/>
              <a:gd name="connsiteX1" fmla="*/ 544011 w 6875362"/>
              <a:gd name="connsiteY1" fmla="*/ 2717067 h 2731749"/>
              <a:gd name="connsiteX2" fmla="*/ 1111170 w 6875362"/>
              <a:gd name="connsiteY2" fmla="*/ 2659193 h 2731749"/>
              <a:gd name="connsiteX3" fmla="*/ 1423686 w 6875362"/>
              <a:gd name="connsiteY3" fmla="*/ 2462424 h 2731749"/>
              <a:gd name="connsiteX4" fmla="*/ 1655180 w 6875362"/>
              <a:gd name="connsiteY4" fmla="*/ 2300378 h 2731749"/>
              <a:gd name="connsiteX5" fmla="*/ 2071868 w 6875362"/>
              <a:gd name="connsiteY5" fmla="*/ 1258657 h 2731749"/>
              <a:gd name="connsiteX6" fmla="*/ 2882097 w 6875362"/>
              <a:gd name="connsiteY6" fmla="*/ 344257 h 2731749"/>
              <a:gd name="connsiteX7" fmla="*/ 3310360 w 6875362"/>
              <a:gd name="connsiteY7" fmla="*/ 66464 h 2731749"/>
              <a:gd name="connsiteX8" fmla="*/ 3646026 w 6875362"/>
              <a:gd name="connsiteY8" fmla="*/ 8591 h 2731749"/>
              <a:gd name="connsiteX9" fmla="*/ 4039565 w 6875362"/>
              <a:gd name="connsiteY9" fmla="*/ 205361 h 2731749"/>
              <a:gd name="connsiteX10" fmla="*/ 5046562 w 6875362"/>
              <a:gd name="connsiteY10" fmla="*/ 1119760 h 2731749"/>
              <a:gd name="connsiteX11" fmla="*/ 5416952 w 6875362"/>
              <a:gd name="connsiteY11" fmla="*/ 1675345 h 2731749"/>
              <a:gd name="connsiteX12" fmla="*/ 5764193 w 6875362"/>
              <a:gd name="connsiteY12" fmla="*/ 2230930 h 2731749"/>
              <a:gd name="connsiteX13" fmla="*/ 6018836 w 6875362"/>
              <a:gd name="connsiteY13" fmla="*/ 2520297 h 2731749"/>
              <a:gd name="connsiteX14" fmla="*/ 6180881 w 6875362"/>
              <a:gd name="connsiteY14" fmla="*/ 2705492 h 2731749"/>
              <a:gd name="connsiteX15" fmla="*/ 6875362 w 6875362"/>
              <a:gd name="connsiteY15" fmla="*/ 2728641 h 2731749"/>
              <a:gd name="connsiteX0" fmla="*/ 0 w 6875362"/>
              <a:gd name="connsiteY0" fmla="*/ 2717067 h 2728860"/>
              <a:gd name="connsiteX1" fmla="*/ 544011 w 6875362"/>
              <a:gd name="connsiteY1" fmla="*/ 2717067 h 2728860"/>
              <a:gd name="connsiteX2" fmla="*/ 1111170 w 6875362"/>
              <a:gd name="connsiteY2" fmla="*/ 2659193 h 2728860"/>
              <a:gd name="connsiteX3" fmla="*/ 1423686 w 6875362"/>
              <a:gd name="connsiteY3" fmla="*/ 2462424 h 2728860"/>
              <a:gd name="connsiteX4" fmla="*/ 1655180 w 6875362"/>
              <a:gd name="connsiteY4" fmla="*/ 2300378 h 2728860"/>
              <a:gd name="connsiteX5" fmla="*/ 2071868 w 6875362"/>
              <a:gd name="connsiteY5" fmla="*/ 1258657 h 2728860"/>
              <a:gd name="connsiteX6" fmla="*/ 2882097 w 6875362"/>
              <a:gd name="connsiteY6" fmla="*/ 344257 h 2728860"/>
              <a:gd name="connsiteX7" fmla="*/ 3310360 w 6875362"/>
              <a:gd name="connsiteY7" fmla="*/ 66464 h 2728860"/>
              <a:gd name="connsiteX8" fmla="*/ 3646026 w 6875362"/>
              <a:gd name="connsiteY8" fmla="*/ 8591 h 2728860"/>
              <a:gd name="connsiteX9" fmla="*/ 4039565 w 6875362"/>
              <a:gd name="connsiteY9" fmla="*/ 205361 h 2728860"/>
              <a:gd name="connsiteX10" fmla="*/ 5046562 w 6875362"/>
              <a:gd name="connsiteY10" fmla="*/ 1119760 h 2728860"/>
              <a:gd name="connsiteX11" fmla="*/ 5416952 w 6875362"/>
              <a:gd name="connsiteY11" fmla="*/ 1675345 h 2728860"/>
              <a:gd name="connsiteX12" fmla="*/ 5764193 w 6875362"/>
              <a:gd name="connsiteY12" fmla="*/ 2230930 h 2728860"/>
              <a:gd name="connsiteX13" fmla="*/ 6018836 w 6875362"/>
              <a:gd name="connsiteY13" fmla="*/ 2520297 h 2728860"/>
              <a:gd name="connsiteX14" fmla="*/ 6551271 w 6875362"/>
              <a:gd name="connsiteY14" fmla="*/ 2670768 h 2728860"/>
              <a:gd name="connsiteX15" fmla="*/ 6875362 w 6875362"/>
              <a:gd name="connsiteY15" fmla="*/ 2728641 h 2728860"/>
              <a:gd name="connsiteX0" fmla="*/ 0 w 6875362"/>
              <a:gd name="connsiteY0" fmla="*/ 2717067 h 2728798"/>
              <a:gd name="connsiteX1" fmla="*/ 544011 w 6875362"/>
              <a:gd name="connsiteY1" fmla="*/ 2717067 h 2728798"/>
              <a:gd name="connsiteX2" fmla="*/ 1111170 w 6875362"/>
              <a:gd name="connsiteY2" fmla="*/ 2659193 h 2728798"/>
              <a:gd name="connsiteX3" fmla="*/ 1423686 w 6875362"/>
              <a:gd name="connsiteY3" fmla="*/ 2462424 h 2728798"/>
              <a:gd name="connsiteX4" fmla="*/ 1655180 w 6875362"/>
              <a:gd name="connsiteY4" fmla="*/ 2300378 h 2728798"/>
              <a:gd name="connsiteX5" fmla="*/ 2071868 w 6875362"/>
              <a:gd name="connsiteY5" fmla="*/ 1258657 h 2728798"/>
              <a:gd name="connsiteX6" fmla="*/ 2882097 w 6875362"/>
              <a:gd name="connsiteY6" fmla="*/ 344257 h 2728798"/>
              <a:gd name="connsiteX7" fmla="*/ 3310360 w 6875362"/>
              <a:gd name="connsiteY7" fmla="*/ 66464 h 2728798"/>
              <a:gd name="connsiteX8" fmla="*/ 3646026 w 6875362"/>
              <a:gd name="connsiteY8" fmla="*/ 8591 h 2728798"/>
              <a:gd name="connsiteX9" fmla="*/ 4039565 w 6875362"/>
              <a:gd name="connsiteY9" fmla="*/ 205361 h 2728798"/>
              <a:gd name="connsiteX10" fmla="*/ 5046562 w 6875362"/>
              <a:gd name="connsiteY10" fmla="*/ 1119760 h 2728798"/>
              <a:gd name="connsiteX11" fmla="*/ 5416952 w 6875362"/>
              <a:gd name="connsiteY11" fmla="*/ 1675345 h 2728798"/>
              <a:gd name="connsiteX12" fmla="*/ 5764193 w 6875362"/>
              <a:gd name="connsiteY12" fmla="*/ 2230930 h 2728798"/>
              <a:gd name="connsiteX13" fmla="*/ 6018836 w 6875362"/>
              <a:gd name="connsiteY13" fmla="*/ 2520297 h 2728798"/>
              <a:gd name="connsiteX14" fmla="*/ 6551271 w 6875362"/>
              <a:gd name="connsiteY14" fmla="*/ 2670768 h 2728798"/>
              <a:gd name="connsiteX15" fmla="*/ 6875362 w 6875362"/>
              <a:gd name="connsiteY15" fmla="*/ 2728641 h 2728798"/>
              <a:gd name="connsiteX0" fmla="*/ 0 w 6875362"/>
              <a:gd name="connsiteY0" fmla="*/ 2717067 h 2728798"/>
              <a:gd name="connsiteX1" fmla="*/ 544011 w 6875362"/>
              <a:gd name="connsiteY1" fmla="*/ 2717067 h 2728798"/>
              <a:gd name="connsiteX2" fmla="*/ 844953 w 6875362"/>
              <a:gd name="connsiteY2" fmla="*/ 2589745 h 2728798"/>
              <a:gd name="connsiteX3" fmla="*/ 1423686 w 6875362"/>
              <a:gd name="connsiteY3" fmla="*/ 2462424 h 2728798"/>
              <a:gd name="connsiteX4" fmla="*/ 1655180 w 6875362"/>
              <a:gd name="connsiteY4" fmla="*/ 2300378 h 2728798"/>
              <a:gd name="connsiteX5" fmla="*/ 2071868 w 6875362"/>
              <a:gd name="connsiteY5" fmla="*/ 1258657 h 2728798"/>
              <a:gd name="connsiteX6" fmla="*/ 2882097 w 6875362"/>
              <a:gd name="connsiteY6" fmla="*/ 344257 h 2728798"/>
              <a:gd name="connsiteX7" fmla="*/ 3310360 w 6875362"/>
              <a:gd name="connsiteY7" fmla="*/ 66464 h 2728798"/>
              <a:gd name="connsiteX8" fmla="*/ 3646026 w 6875362"/>
              <a:gd name="connsiteY8" fmla="*/ 8591 h 2728798"/>
              <a:gd name="connsiteX9" fmla="*/ 4039565 w 6875362"/>
              <a:gd name="connsiteY9" fmla="*/ 205361 h 2728798"/>
              <a:gd name="connsiteX10" fmla="*/ 5046562 w 6875362"/>
              <a:gd name="connsiteY10" fmla="*/ 1119760 h 2728798"/>
              <a:gd name="connsiteX11" fmla="*/ 5416952 w 6875362"/>
              <a:gd name="connsiteY11" fmla="*/ 1675345 h 2728798"/>
              <a:gd name="connsiteX12" fmla="*/ 5764193 w 6875362"/>
              <a:gd name="connsiteY12" fmla="*/ 2230930 h 2728798"/>
              <a:gd name="connsiteX13" fmla="*/ 6018836 w 6875362"/>
              <a:gd name="connsiteY13" fmla="*/ 2520297 h 2728798"/>
              <a:gd name="connsiteX14" fmla="*/ 6551271 w 6875362"/>
              <a:gd name="connsiteY14" fmla="*/ 2670768 h 2728798"/>
              <a:gd name="connsiteX15" fmla="*/ 6875362 w 6875362"/>
              <a:gd name="connsiteY15" fmla="*/ 2728641 h 2728798"/>
              <a:gd name="connsiteX0" fmla="*/ 0 w 6875362"/>
              <a:gd name="connsiteY0" fmla="*/ 2717067 h 2728798"/>
              <a:gd name="connsiteX1" fmla="*/ 416689 w 6875362"/>
              <a:gd name="connsiteY1" fmla="*/ 2636044 h 2728798"/>
              <a:gd name="connsiteX2" fmla="*/ 844953 w 6875362"/>
              <a:gd name="connsiteY2" fmla="*/ 2589745 h 2728798"/>
              <a:gd name="connsiteX3" fmla="*/ 1423686 w 6875362"/>
              <a:gd name="connsiteY3" fmla="*/ 2462424 h 2728798"/>
              <a:gd name="connsiteX4" fmla="*/ 1655180 w 6875362"/>
              <a:gd name="connsiteY4" fmla="*/ 2300378 h 2728798"/>
              <a:gd name="connsiteX5" fmla="*/ 2071868 w 6875362"/>
              <a:gd name="connsiteY5" fmla="*/ 1258657 h 2728798"/>
              <a:gd name="connsiteX6" fmla="*/ 2882097 w 6875362"/>
              <a:gd name="connsiteY6" fmla="*/ 344257 h 2728798"/>
              <a:gd name="connsiteX7" fmla="*/ 3310360 w 6875362"/>
              <a:gd name="connsiteY7" fmla="*/ 66464 h 2728798"/>
              <a:gd name="connsiteX8" fmla="*/ 3646026 w 6875362"/>
              <a:gd name="connsiteY8" fmla="*/ 8591 h 2728798"/>
              <a:gd name="connsiteX9" fmla="*/ 4039565 w 6875362"/>
              <a:gd name="connsiteY9" fmla="*/ 205361 h 2728798"/>
              <a:gd name="connsiteX10" fmla="*/ 5046562 w 6875362"/>
              <a:gd name="connsiteY10" fmla="*/ 1119760 h 2728798"/>
              <a:gd name="connsiteX11" fmla="*/ 5416952 w 6875362"/>
              <a:gd name="connsiteY11" fmla="*/ 1675345 h 2728798"/>
              <a:gd name="connsiteX12" fmla="*/ 5764193 w 6875362"/>
              <a:gd name="connsiteY12" fmla="*/ 2230930 h 2728798"/>
              <a:gd name="connsiteX13" fmla="*/ 6018836 w 6875362"/>
              <a:gd name="connsiteY13" fmla="*/ 2520297 h 2728798"/>
              <a:gd name="connsiteX14" fmla="*/ 6551271 w 6875362"/>
              <a:gd name="connsiteY14" fmla="*/ 2670768 h 2728798"/>
              <a:gd name="connsiteX15" fmla="*/ 6875362 w 6875362"/>
              <a:gd name="connsiteY15" fmla="*/ 2728641 h 2728798"/>
              <a:gd name="connsiteX0" fmla="*/ 0 w 6956385"/>
              <a:gd name="connsiteY0" fmla="*/ 2647619 h 2728798"/>
              <a:gd name="connsiteX1" fmla="*/ 497712 w 6956385"/>
              <a:gd name="connsiteY1" fmla="*/ 2636044 h 2728798"/>
              <a:gd name="connsiteX2" fmla="*/ 925976 w 6956385"/>
              <a:gd name="connsiteY2" fmla="*/ 2589745 h 2728798"/>
              <a:gd name="connsiteX3" fmla="*/ 1504709 w 6956385"/>
              <a:gd name="connsiteY3" fmla="*/ 2462424 h 2728798"/>
              <a:gd name="connsiteX4" fmla="*/ 1736203 w 6956385"/>
              <a:gd name="connsiteY4" fmla="*/ 2300378 h 2728798"/>
              <a:gd name="connsiteX5" fmla="*/ 2152891 w 6956385"/>
              <a:gd name="connsiteY5" fmla="*/ 1258657 h 2728798"/>
              <a:gd name="connsiteX6" fmla="*/ 2963120 w 6956385"/>
              <a:gd name="connsiteY6" fmla="*/ 344257 h 2728798"/>
              <a:gd name="connsiteX7" fmla="*/ 3391383 w 6956385"/>
              <a:gd name="connsiteY7" fmla="*/ 66464 h 2728798"/>
              <a:gd name="connsiteX8" fmla="*/ 3727049 w 6956385"/>
              <a:gd name="connsiteY8" fmla="*/ 8591 h 2728798"/>
              <a:gd name="connsiteX9" fmla="*/ 4120588 w 6956385"/>
              <a:gd name="connsiteY9" fmla="*/ 205361 h 2728798"/>
              <a:gd name="connsiteX10" fmla="*/ 5127585 w 6956385"/>
              <a:gd name="connsiteY10" fmla="*/ 1119760 h 2728798"/>
              <a:gd name="connsiteX11" fmla="*/ 5497975 w 6956385"/>
              <a:gd name="connsiteY11" fmla="*/ 1675345 h 2728798"/>
              <a:gd name="connsiteX12" fmla="*/ 5845216 w 6956385"/>
              <a:gd name="connsiteY12" fmla="*/ 2230930 h 2728798"/>
              <a:gd name="connsiteX13" fmla="*/ 6099859 w 6956385"/>
              <a:gd name="connsiteY13" fmla="*/ 2520297 h 2728798"/>
              <a:gd name="connsiteX14" fmla="*/ 6632294 w 6956385"/>
              <a:gd name="connsiteY14" fmla="*/ 2670768 h 2728798"/>
              <a:gd name="connsiteX15" fmla="*/ 6956385 w 6956385"/>
              <a:gd name="connsiteY15" fmla="*/ 2728641 h 2728798"/>
              <a:gd name="connsiteX0" fmla="*/ 0 w 6956385"/>
              <a:gd name="connsiteY0" fmla="*/ 2647619 h 2728798"/>
              <a:gd name="connsiteX1" fmla="*/ 462988 w 6956385"/>
              <a:gd name="connsiteY1" fmla="*/ 2555021 h 2728798"/>
              <a:gd name="connsiteX2" fmla="*/ 925976 w 6956385"/>
              <a:gd name="connsiteY2" fmla="*/ 2589745 h 2728798"/>
              <a:gd name="connsiteX3" fmla="*/ 1504709 w 6956385"/>
              <a:gd name="connsiteY3" fmla="*/ 2462424 h 2728798"/>
              <a:gd name="connsiteX4" fmla="*/ 1736203 w 6956385"/>
              <a:gd name="connsiteY4" fmla="*/ 2300378 h 2728798"/>
              <a:gd name="connsiteX5" fmla="*/ 2152891 w 6956385"/>
              <a:gd name="connsiteY5" fmla="*/ 1258657 h 2728798"/>
              <a:gd name="connsiteX6" fmla="*/ 2963120 w 6956385"/>
              <a:gd name="connsiteY6" fmla="*/ 344257 h 2728798"/>
              <a:gd name="connsiteX7" fmla="*/ 3391383 w 6956385"/>
              <a:gd name="connsiteY7" fmla="*/ 66464 h 2728798"/>
              <a:gd name="connsiteX8" fmla="*/ 3727049 w 6956385"/>
              <a:gd name="connsiteY8" fmla="*/ 8591 h 2728798"/>
              <a:gd name="connsiteX9" fmla="*/ 4120588 w 6956385"/>
              <a:gd name="connsiteY9" fmla="*/ 205361 h 2728798"/>
              <a:gd name="connsiteX10" fmla="*/ 5127585 w 6956385"/>
              <a:gd name="connsiteY10" fmla="*/ 1119760 h 2728798"/>
              <a:gd name="connsiteX11" fmla="*/ 5497975 w 6956385"/>
              <a:gd name="connsiteY11" fmla="*/ 1675345 h 2728798"/>
              <a:gd name="connsiteX12" fmla="*/ 5845216 w 6956385"/>
              <a:gd name="connsiteY12" fmla="*/ 2230930 h 2728798"/>
              <a:gd name="connsiteX13" fmla="*/ 6099859 w 6956385"/>
              <a:gd name="connsiteY13" fmla="*/ 2520297 h 2728798"/>
              <a:gd name="connsiteX14" fmla="*/ 6632294 w 6956385"/>
              <a:gd name="connsiteY14" fmla="*/ 2670768 h 2728798"/>
              <a:gd name="connsiteX15" fmla="*/ 6956385 w 6956385"/>
              <a:gd name="connsiteY15" fmla="*/ 2728641 h 2728798"/>
              <a:gd name="connsiteX0" fmla="*/ 0 w 6956385"/>
              <a:gd name="connsiteY0" fmla="*/ 2647619 h 2728798"/>
              <a:gd name="connsiteX1" fmla="*/ 462988 w 6956385"/>
              <a:gd name="connsiteY1" fmla="*/ 2555021 h 2728798"/>
              <a:gd name="connsiteX2" fmla="*/ 856528 w 6956385"/>
              <a:gd name="connsiteY2" fmla="*/ 2462423 h 2728798"/>
              <a:gd name="connsiteX3" fmla="*/ 1504709 w 6956385"/>
              <a:gd name="connsiteY3" fmla="*/ 2462424 h 2728798"/>
              <a:gd name="connsiteX4" fmla="*/ 1736203 w 6956385"/>
              <a:gd name="connsiteY4" fmla="*/ 2300378 h 2728798"/>
              <a:gd name="connsiteX5" fmla="*/ 2152891 w 6956385"/>
              <a:gd name="connsiteY5" fmla="*/ 1258657 h 2728798"/>
              <a:gd name="connsiteX6" fmla="*/ 2963120 w 6956385"/>
              <a:gd name="connsiteY6" fmla="*/ 344257 h 2728798"/>
              <a:gd name="connsiteX7" fmla="*/ 3391383 w 6956385"/>
              <a:gd name="connsiteY7" fmla="*/ 66464 h 2728798"/>
              <a:gd name="connsiteX8" fmla="*/ 3727049 w 6956385"/>
              <a:gd name="connsiteY8" fmla="*/ 8591 h 2728798"/>
              <a:gd name="connsiteX9" fmla="*/ 4120588 w 6956385"/>
              <a:gd name="connsiteY9" fmla="*/ 205361 h 2728798"/>
              <a:gd name="connsiteX10" fmla="*/ 5127585 w 6956385"/>
              <a:gd name="connsiteY10" fmla="*/ 1119760 h 2728798"/>
              <a:gd name="connsiteX11" fmla="*/ 5497975 w 6956385"/>
              <a:gd name="connsiteY11" fmla="*/ 1675345 h 2728798"/>
              <a:gd name="connsiteX12" fmla="*/ 5845216 w 6956385"/>
              <a:gd name="connsiteY12" fmla="*/ 2230930 h 2728798"/>
              <a:gd name="connsiteX13" fmla="*/ 6099859 w 6956385"/>
              <a:gd name="connsiteY13" fmla="*/ 2520297 h 2728798"/>
              <a:gd name="connsiteX14" fmla="*/ 6632294 w 6956385"/>
              <a:gd name="connsiteY14" fmla="*/ 2670768 h 2728798"/>
              <a:gd name="connsiteX15" fmla="*/ 6956385 w 6956385"/>
              <a:gd name="connsiteY15" fmla="*/ 2728641 h 2728798"/>
              <a:gd name="connsiteX0" fmla="*/ 0 w 6956385"/>
              <a:gd name="connsiteY0" fmla="*/ 2647619 h 2728798"/>
              <a:gd name="connsiteX1" fmla="*/ 462988 w 6956385"/>
              <a:gd name="connsiteY1" fmla="*/ 2555021 h 2728798"/>
              <a:gd name="connsiteX2" fmla="*/ 856528 w 6956385"/>
              <a:gd name="connsiteY2" fmla="*/ 2462423 h 2728798"/>
              <a:gd name="connsiteX3" fmla="*/ 1400537 w 6956385"/>
              <a:gd name="connsiteY3" fmla="*/ 2369827 h 2728798"/>
              <a:gd name="connsiteX4" fmla="*/ 1736203 w 6956385"/>
              <a:gd name="connsiteY4" fmla="*/ 2300378 h 2728798"/>
              <a:gd name="connsiteX5" fmla="*/ 2152891 w 6956385"/>
              <a:gd name="connsiteY5" fmla="*/ 1258657 h 2728798"/>
              <a:gd name="connsiteX6" fmla="*/ 2963120 w 6956385"/>
              <a:gd name="connsiteY6" fmla="*/ 344257 h 2728798"/>
              <a:gd name="connsiteX7" fmla="*/ 3391383 w 6956385"/>
              <a:gd name="connsiteY7" fmla="*/ 66464 h 2728798"/>
              <a:gd name="connsiteX8" fmla="*/ 3727049 w 6956385"/>
              <a:gd name="connsiteY8" fmla="*/ 8591 h 2728798"/>
              <a:gd name="connsiteX9" fmla="*/ 4120588 w 6956385"/>
              <a:gd name="connsiteY9" fmla="*/ 205361 h 2728798"/>
              <a:gd name="connsiteX10" fmla="*/ 5127585 w 6956385"/>
              <a:gd name="connsiteY10" fmla="*/ 1119760 h 2728798"/>
              <a:gd name="connsiteX11" fmla="*/ 5497975 w 6956385"/>
              <a:gd name="connsiteY11" fmla="*/ 1675345 h 2728798"/>
              <a:gd name="connsiteX12" fmla="*/ 5845216 w 6956385"/>
              <a:gd name="connsiteY12" fmla="*/ 2230930 h 2728798"/>
              <a:gd name="connsiteX13" fmla="*/ 6099859 w 6956385"/>
              <a:gd name="connsiteY13" fmla="*/ 2520297 h 2728798"/>
              <a:gd name="connsiteX14" fmla="*/ 6632294 w 6956385"/>
              <a:gd name="connsiteY14" fmla="*/ 2670768 h 2728798"/>
              <a:gd name="connsiteX15" fmla="*/ 6956385 w 6956385"/>
              <a:gd name="connsiteY15" fmla="*/ 2728641 h 2728798"/>
              <a:gd name="connsiteX0" fmla="*/ 0 w 6956385"/>
              <a:gd name="connsiteY0" fmla="*/ 2647619 h 2728798"/>
              <a:gd name="connsiteX1" fmla="*/ 462988 w 6956385"/>
              <a:gd name="connsiteY1" fmla="*/ 2555021 h 2728798"/>
              <a:gd name="connsiteX2" fmla="*/ 856528 w 6956385"/>
              <a:gd name="connsiteY2" fmla="*/ 2462423 h 2728798"/>
              <a:gd name="connsiteX3" fmla="*/ 1423686 w 6956385"/>
              <a:gd name="connsiteY3" fmla="*/ 2450850 h 2728798"/>
              <a:gd name="connsiteX4" fmla="*/ 1736203 w 6956385"/>
              <a:gd name="connsiteY4" fmla="*/ 2300378 h 2728798"/>
              <a:gd name="connsiteX5" fmla="*/ 2152891 w 6956385"/>
              <a:gd name="connsiteY5" fmla="*/ 1258657 h 2728798"/>
              <a:gd name="connsiteX6" fmla="*/ 2963120 w 6956385"/>
              <a:gd name="connsiteY6" fmla="*/ 344257 h 2728798"/>
              <a:gd name="connsiteX7" fmla="*/ 3391383 w 6956385"/>
              <a:gd name="connsiteY7" fmla="*/ 66464 h 2728798"/>
              <a:gd name="connsiteX8" fmla="*/ 3727049 w 6956385"/>
              <a:gd name="connsiteY8" fmla="*/ 8591 h 2728798"/>
              <a:gd name="connsiteX9" fmla="*/ 4120588 w 6956385"/>
              <a:gd name="connsiteY9" fmla="*/ 205361 h 2728798"/>
              <a:gd name="connsiteX10" fmla="*/ 5127585 w 6956385"/>
              <a:gd name="connsiteY10" fmla="*/ 1119760 h 2728798"/>
              <a:gd name="connsiteX11" fmla="*/ 5497975 w 6956385"/>
              <a:gd name="connsiteY11" fmla="*/ 1675345 h 2728798"/>
              <a:gd name="connsiteX12" fmla="*/ 5845216 w 6956385"/>
              <a:gd name="connsiteY12" fmla="*/ 2230930 h 2728798"/>
              <a:gd name="connsiteX13" fmla="*/ 6099859 w 6956385"/>
              <a:gd name="connsiteY13" fmla="*/ 2520297 h 2728798"/>
              <a:gd name="connsiteX14" fmla="*/ 6632294 w 6956385"/>
              <a:gd name="connsiteY14" fmla="*/ 2670768 h 2728798"/>
              <a:gd name="connsiteX15" fmla="*/ 6956385 w 6956385"/>
              <a:gd name="connsiteY15" fmla="*/ 2728641 h 2728798"/>
              <a:gd name="connsiteX0" fmla="*/ 0 w 6956385"/>
              <a:gd name="connsiteY0" fmla="*/ 2647619 h 2728798"/>
              <a:gd name="connsiteX1" fmla="*/ 462988 w 6956385"/>
              <a:gd name="connsiteY1" fmla="*/ 2555021 h 2728798"/>
              <a:gd name="connsiteX2" fmla="*/ 879677 w 6956385"/>
              <a:gd name="connsiteY2" fmla="*/ 2555021 h 2728798"/>
              <a:gd name="connsiteX3" fmla="*/ 1423686 w 6956385"/>
              <a:gd name="connsiteY3" fmla="*/ 2450850 h 2728798"/>
              <a:gd name="connsiteX4" fmla="*/ 1736203 w 6956385"/>
              <a:gd name="connsiteY4" fmla="*/ 2300378 h 2728798"/>
              <a:gd name="connsiteX5" fmla="*/ 2152891 w 6956385"/>
              <a:gd name="connsiteY5" fmla="*/ 1258657 h 2728798"/>
              <a:gd name="connsiteX6" fmla="*/ 2963120 w 6956385"/>
              <a:gd name="connsiteY6" fmla="*/ 344257 h 2728798"/>
              <a:gd name="connsiteX7" fmla="*/ 3391383 w 6956385"/>
              <a:gd name="connsiteY7" fmla="*/ 66464 h 2728798"/>
              <a:gd name="connsiteX8" fmla="*/ 3727049 w 6956385"/>
              <a:gd name="connsiteY8" fmla="*/ 8591 h 2728798"/>
              <a:gd name="connsiteX9" fmla="*/ 4120588 w 6956385"/>
              <a:gd name="connsiteY9" fmla="*/ 205361 h 2728798"/>
              <a:gd name="connsiteX10" fmla="*/ 5127585 w 6956385"/>
              <a:gd name="connsiteY10" fmla="*/ 1119760 h 2728798"/>
              <a:gd name="connsiteX11" fmla="*/ 5497975 w 6956385"/>
              <a:gd name="connsiteY11" fmla="*/ 1675345 h 2728798"/>
              <a:gd name="connsiteX12" fmla="*/ 5845216 w 6956385"/>
              <a:gd name="connsiteY12" fmla="*/ 2230930 h 2728798"/>
              <a:gd name="connsiteX13" fmla="*/ 6099859 w 6956385"/>
              <a:gd name="connsiteY13" fmla="*/ 2520297 h 2728798"/>
              <a:gd name="connsiteX14" fmla="*/ 6632294 w 6956385"/>
              <a:gd name="connsiteY14" fmla="*/ 2670768 h 2728798"/>
              <a:gd name="connsiteX15" fmla="*/ 6956385 w 6956385"/>
              <a:gd name="connsiteY15" fmla="*/ 2728641 h 2728798"/>
              <a:gd name="connsiteX0" fmla="*/ 0 w 6956385"/>
              <a:gd name="connsiteY0" fmla="*/ 2647619 h 2728798"/>
              <a:gd name="connsiteX1" fmla="*/ 393540 w 6956385"/>
              <a:gd name="connsiteY1" fmla="*/ 2555021 h 2728798"/>
              <a:gd name="connsiteX2" fmla="*/ 879677 w 6956385"/>
              <a:gd name="connsiteY2" fmla="*/ 2555021 h 2728798"/>
              <a:gd name="connsiteX3" fmla="*/ 1423686 w 6956385"/>
              <a:gd name="connsiteY3" fmla="*/ 2450850 h 2728798"/>
              <a:gd name="connsiteX4" fmla="*/ 1736203 w 6956385"/>
              <a:gd name="connsiteY4" fmla="*/ 2300378 h 2728798"/>
              <a:gd name="connsiteX5" fmla="*/ 2152891 w 6956385"/>
              <a:gd name="connsiteY5" fmla="*/ 1258657 h 2728798"/>
              <a:gd name="connsiteX6" fmla="*/ 2963120 w 6956385"/>
              <a:gd name="connsiteY6" fmla="*/ 344257 h 2728798"/>
              <a:gd name="connsiteX7" fmla="*/ 3391383 w 6956385"/>
              <a:gd name="connsiteY7" fmla="*/ 66464 h 2728798"/>
              <a:gd name="connsiteX8" fmla="*/ 3727049 w 6956385"/>
              <a:gd name="connsiteY8" fmla="*/ 8591 h 2728798"/>
              <a:gd name="connsiteX9" fmla="*/ 4120588 w 6956385"/>
              <a:gd name="connsiteY9" fmla="*/ 205361 h 2728798"/>
              <a:gd name="connsiteX10" fmla="*/ 5127585 w 6956385"/>
              <a:gd name="connsiteY10" fmla="*/ 1119760 h 2728798"/>
              <a:gd name="connsiteX11" fmla="*/ 5497975 w 6956385"/>
              <a:gd name="connsiteY11" fmla="*/ 1675345 h 2728798"/>
              <a:gd name="connsiteX12" fmla="*/ 5845216 w 6956385"/>
              <a:gd name="connsiteY12" fmla="*/ 2230930 h 2728798"/>
              <a:gd name="connsiteX13" fmla="*/ 6099859 w 6956385"/>
              <a:gd name="connsiteY13" fmla="*/ 2520297 h 2728798"/>
              <a:gd name="connsiteX14" fmla="*/ 6632294 w 6956385"/>
              <a:gd name="connsiteY14" fmla="*/ 2670768 h 2728798"/>
              <a:gd name="connsiteX15" fmla="*/ 6956385 w 6956385"/>
              <a:gd name="connsiteY15" fmla="*/ 2728641 h 2728798"/>
              <a:gd name="connsiteX0" fmla="*/ 0 w 6956385"/>
              <a:gd name="connsiteY0" fmla="*/ 2647619 h 2728798"/>
              <a:gd name="connsiteX1" fmla="*/ 393540 w 6956385"/>
              <a:gd name="connsiteY1" fmla="*/ 2555021 h 2728798"/>
              <a:gd name="connsiteX2" fmla="*/ 879677 w 6956385"/>
              <a:gd name="connsiteY2" fmla="*/ 2555021 h 2728798"/>
              <a:gd name="connsiteX3" fmla="*/ 1423686 w 6956385"/>
              <a:gd name="connsiteY3" fmla="*/ 2450850 h 2728798"/>
              <a:gd name="connsiteX4" fmla="*/ 1655180 w 6956385"/>
              <a:gd name="connsiteY4" fmla="*/ 2242505 h 2728798"/>
              <a:gd name="connsiteX5" fmla="*/ 2152891 w 6956385"/>
              <a:gd name="connsiteY5" fmla="*/ 1258657 h 2728798"/>
              <a:gd name="connsiteX6" fmla="*/ 2963120 w 6956385"/>
              <a:gd name="connsiteY6" fmla="*/ 344257 h 2728798"/>
              <a:gd name="connsiteX7" fmla="*/ 3391383 w 6956385"/>
              <a:gd name="connsiteY7" fmla="*/ 66464 h 2728798"/>
              <a:gd name="connsiteX8" fmla="*/ 3727049 w 6956385"/>
              <a:gd name="connsiteY8" fmla="*/ 8591 h 2728798"/>
              <a:gd name="connsiteX9" fmla="*/ 4120588 w 6956385"/>
              <a:gd name="connsiteY9" fmla="*/ 205361 h 2728798"/>
              <a:gd name="connsiteX10" fmla="*/ 5127585 w 6956385"/>
              <a:gd name="connsiteY10" fmla="*/ 1119760 h 2728798"/>
              <a:gd name="connsiteX11" fmla="*/ 5497975 w 6956385"/>
              <a:gd name="connsiteY11" fmla="*/ 1675345 h 2728798"/>
              <a:gd name="connsiteX12" fmla="*/ 5845216 w 6956385"/>
              <a:gd name="connsiteY12" fmla="*/ 2230930 h 2728798"/>
              <a:gd name="connsiteX13" fmla="*/ 6099859 w 6956385"/>
              <a:gd name="connsiteY13" fmla="*/ 2520297 h 2728798"/>
              <a:gd name="connsiteX14" fmla="*/ 6632294 w 6956385"/>
              <a:gd name="connsiteY14" fmla="*/ 2670768 h 2728798"/>
              <a:gd name="connsiteX15" fmla="*/ 6956385 w 6956385"/>
              <a:gd name="connsiteY15" fmla="*/ 2728641 h 2728798"/>
              <a:gd name="connsiteX0" fmla="*/ 0 w 6956385"/>
              <a:gd name="connsiteY0" fmla="*/ 2647619 h 2728798"/>
              <a:gd name="connsiteX1" fmla="*/ 419989 w 6956385"/>
              <a:gd name="connsiteY1" fmla="*/ 2624099 h 2728798"/>
              <a:gd name="connsiteX2" fmla="*/ 879677 w 6956385"/>
              <a:gd name="connsiteY2" fmla="*/ 2555021 h 2728798"/>
              <a:gd name="connsiteX3" fmla="*/ 1423686 w 6956385"/>
              <a:gd name="connsiteY3" fmla="*/ 2450850 h 2728798"/>
              <a:gd name="connsiteX4" fmla="*/ 1655180 w 6956385"/>
              <a:gd name="connsiteY4" fmla="*/ 2242505 h 2728798"/>
              <a:gd name="connsiteX5" fmla="*/ 2152891 w 6956385"/>
              <a:gd name="connsiteY5" fmla="*/ 1258657 h 2728798"/>
              <a:gd name="connsiteX6" fmla="*/ 2963120 w 6956385"/>
              <a:gd name="connsiteY6" fmla="*/ 344257 h 2728798"/>
              <a:gd name="connsiteX7" fmla="*/ 3391383 w 6956385"/>
              <a:gd name="connsiteY7" fmla="*/ 66464 h 2728798"/>
              <a:gd name="connsiteX8" fmla="*/ 3727049 w 6956385"/>
              <a:gd name="connsiteY8" fmla="*/ 8591 h 2728798"/>
              <a:gd name="connsiteX9" fmla="*/ 4120588 w 6956385"/>
              <a:gd name="connsiteY9" fmla="*/ 205361 h 2728798"/>
              <a:gd name="connsiteX10" fmla="*/ 5127585 w 6956385"/>
              <a:gd name="connsiteY10" fmla="*/ 1119760 h 2728798"/>
              <a:gd name="connsiteX11" fmla="*/ 5497975 w 6956385"/>
              <a:gd name="connsiteY11" fmla="*/ 1675345 h 2728798"/>
              <a:gd name="connsiteX12" fmla="*/ 5845216 w 6956385"/>
              <a:gd name="connsiteY12" fmla="*/ 2230930 h 2728798"/>
              <a:gd name="connsiteX13" fmla="*/ 6099859 w 6956385"/>
              <a:gd name="connsiteY13" fmla="*/ 2520297 h 2728798"/>
              <a:gd name="connsiteX14" fmla="*/ 6632294 w 6956385"/>
              <a:gd name="connsiteY14" fmla="*/ 2670768 h 2728798"/>
              <a:gd name="connsiteX15" fmla="*/ 6956385 w 6956385"/>
              <a:gd name="connsiteY15" fmla="*/ 2728641 h 2728798"/>
              <a:gd name="connsiteX0" fmla="*/ 0 w 6956385"/>
              <a:gd name="connsiteY0" fmla="*/ 2647619 h 2728798"/>
              <a:gd name="connsiteX1" fmla="*/ 419989 w 6956385"/>
              <a:gd name="connsiteY1" fmla="*/ 2624099 h 2728798"/>
              <a:gd name="connsiteX2" fmla="*/ 879677 w 6956385"/>
              <a:gd name="connsiteY2" fmla="*/ 2468673 h 2728798"/>
              <a:gd name="connsiteX3" fmla="*/ 1423686 w 6956385"/>
              <a:gd name="connsiteY3" fmla="*/ 2450850 h 2728798"/>
              <a:gd name="connsiteX4" fmla="*/ 1655180 w 6956385"/>
              <a:gd name="connsiteY4" fmla="*/ 2242505 h 2728798"/>
              <a:gd name="connsiteX5" fmla="*/ 2152891 w 6956385"/>
              <a:gd name="connsiteY5" fmla="*/ 1258657 h 2728798"/>
              <a:gd name="connsiteX6" fmla="*/ 2963120 w 6956385"/>
              <a:gd name="connsiteY6" fmla="*/ 344257 h 2728798"/>
              <a:gd name="connsiteX7" fmla="*/ 3391383 w 6956385"/>
              <a:gd name="connsiteY7" fmla="*/ 66464 h 2728798"/>
              <a:gd name="connsiteX8" fmla="*/ 3727049 w 6956385"/>
              <a:gd name="connsiteY8" fmla="*/ 8591 h 2728798"/>
              <a:gd name="connsiteX9" fmla="*/ 4120588 w 6956385"/>
              <a:gd name="connsiteY9" fmla="*/ 205361 h 2728798"/>
              <a:gd name="connsiteX10" fmla="*/ 5127585 w 6956385"/>
              <a:gd name="connsiteY10" fmla="*/ 1119760 h 2728798"/>
              <a:gd name="connsiteX11" fmla="*/ 5497975 w 6956385"/>
              <a:gd name="connsiteY11" fmla="*/ 1675345 h 2728798"/>
              <a:gd name="connsiteX12" fmla="*/ 5845216 w 6956385"/>
              <a:gd name="connsiteY12" fmla="*/ 2230930 h 2728798"/>
              <a:gd name="connsiteX13" fmla="*/ 6099859 w 6956385"/>
              <a:gd name="connsiteY13" fmla="*/ 2520297 h 2728798"/>
              <a:gd name="connsiteX14" fmla="*/ 6632294 w 6956385"/>
              <a:gd name="connsiteY14" fmla="*/ 2670768 h 2728798"/>
              <a:gd name="connsiteX15" fmla="*/ 6956385 w 6956385"/>
              <a:gd name="connsiteY15" fmla="*/ 2728641 h 2728798"/>
              <a:gd name="connsiteX0" fmla="*/ 0 w 6956385"/>
              <a:gd name="connsiteY0" fmla="*/ 2647619 h 2728798"/>
              <a:gd name="connsiteX1" fmla="*/ 419989 w 6956385"/>
              <a:gd name="connsiteY1" fmla="*/ 2624099 h 2728798"/>
              <a:gd name="connsiteX2" fmla="*/ 879677 w 6956385"/>
              <a:gd name="connsiteY2" fmla="*/ 2468673 h 2728798"/>
              <a:gd name="connsiteX3" fmla="*/ 1397236 w 6956385"/>
              <a:gd name="connsiteY3" fmla="*/ 2347234 h 2728798"/>
              <a:gd name="connsiteX4" fmla="*/ 1655180 w 6956385"/>
              <a:gd name="connsiteY4" fmla="*/ 2242505 h 2728798"/>
              <a:gd name="connsiteX5" fmla="*/ 2152891 w 6956385"/>
              <a:gd name="connsiteY5" fmla="*/ 1258657 h 2728798"/>
              <a:gd name="connsiteX6" fmla="*/ 2963120 w 6956385"/>
              <a:gd name="connsiteY6" fmla="*/ 344257 h 2728798"/>
              <a:gd name="connsiteX7" fmla="*/ 3391383 w 6956385"/>
              <a:gd name="connsiteY7" fmla="*/ 66464 h 2728798"/>
              <a:gd name="connsiteX8" fmla="*/ 3727049 w 6956385"/>
              <a:gd name="connsiteY8" fmla="*/ 8591 h 2728798"/>
              <a:gd name="connsiteX9" fmla="*/ 4120588 w 6956385"/>
              <a:gd name="connsiteY9" fmla="*/ 205361 h 2728798"/>
              <a:gd name="connsiteX10" fmla="*/ 5127585 w 6956385"/>
              <a:gd name="connsiteY10" fmla="*/ 1119760 h 2728798"/>
              <a:gd name="connsiteX11" fmla="*/ 5497975 w 6956385"/>
              <a:gd name="connsiteY11" fmla="*/ 1675345 h 2728798"/>
              <a:gd name="connsiteX12" fmla="*/ 5845216 w 6956385"/>
              <a:gd name="connsiteY12" fmla="*/ 2230930 h 2728798"/>
              <a:gd name="connsiteX13" fmla="*/ 6099859 w 6956385"/>
              <a:gd name="connsiteY13" fmla="*/ 2520297 h 2728798"/>
              <a:gd name="connsiteX14" fmla="*/ 6632294 w 6956385"/>
              <a:gd name="connsiteY14" fmla="*/ 2670768 h 2728798"/>
              <a:gd name="connsiteX15" fmla="*/ 6956385 w 6956385"/>
              <a:gd name="connsiteY15" fmla="*/ 2728641 h 2728798"/>
              <a:gd name="connsiteX0" fmla="*/ 0 w 6956385"/>
              <a:gd name="connsiteY0" fmla="*/ 2647619 h 2728798"/>
              <a:gd name="connsiteX1" fmla="*/ 419989 w 6956385"/>
              <a:gd name="connsiteY1" fmla="*/ 2624099 h 2728798"/>
              <a:gd name="connsiteX2" fmla="*/ 879677 w 6956385"/>
              <a:gd name="connsiteY2" fmla="*/ 2468673 h 2728798"/>
              <a:gd name="connsiteX3" fmla="*/ 1397236 w 6956385"/>
              <a:gd name="connsiteY3" fmla="*/ 2347234 h 2728798"/>
              <a:gd name="connsiteX4" fmla="*/ 1602281 w 6956385"/>
              <a:gd name="connsiteY4" fmla="*/ 2138888 h 2728798"/>
              <a:gd name="connsiteX5" fmla="*/ 2152891 w 6956385"/>
              <a:gd name="connsiteY5" fmla="*/ 1258657 h 2728798"/>
              <a:gd name="connsiteX6" fmla="*/ 2963120 w 6956385"/>
              <a:gd name="connsiteY6" fmla="*/ 344257 h 2728798"/>
              <a:gd name="connsiteX7" fmla="*/ 3391383 w 6956385"/>
              <a:gd name="connsiteY7" fmla="*/ 66464 h 2728798"/>
              <a:gd name="connsiteX8" fmla="*/ 3727049 w 6956385"/>
              <a:gd name="connsiteY8" fmla="*/ 8591 h 2728798"/>
              <a:gd name="connsiteX9" fmla="*/ 4120588 w 6956385"/>
              <a:gd name="connsiteY9" fmla="*/ 205361 h 2728798"/>
              <a:gd name="connsiteX10" fmla="*/ 5127585 w 6956385"/>
              <a:gd name="connsiteY10" fmla="*/ 1119760 h 2728798"/>
              <a:gd name="connsiteX11" fmla="*/ 5497975 w 6956385"/>
              <a:gd name="connsiteY11" fmla="*/ 1675345 h 2728798"/>
              <a:gd name="connsiteX12" fmla="*/ 5845216 w 6956385"/>
              <a:gd name="connsiteY12" fmla="*/ 2230930 h 2728798"/>
              <a:gd name="connsiteX13" fmla="*/ 6099859 w 6956385"/>
              <a:gd name="connsiteY13" fmla="*/ 2520297 h 2728798"/>
              <a:gd name="connsiteX14" fmla="*/ 6632294 w 6956385"/>
              <a:gd name="connsiteY14" fmla="*/ 2670768 h 2728798"/>
              <a:gd name="connsiteX15" fmla="*/ 6956385 w 6956385"/>
              <a:gd name="connsiteY15" fmla="*/ 2728641 h 2728798"/>
              <a:gd name="connsiteX0" fmla="*/ 0 w 6956385"/>
              <a:gd name="connsiteY0" fmla="*/ 2647619 h 2728798"/>
              <a:gd name="connsiteX1" fmla="*/ 419989 w 6956385"/>
              <a:gd name="connsiteY1" fmla="*/ 2624099 h 2728798"/>
              <a:gd name="connsiteX2" fmla="*/ 879677 w 6956385"/>
              <a:gd name="connsiteY2" fmla="*/ 2468673 h 2728798"/>
              <a:gd name="connsiteX3" fmla="*/ 1370786 w 6956385"/>
              <a:gd name="connsiteY3" fmla="*/ 2329964 h 2728798"/>
              <a:gd name="connsiteX4" fmla="*/ 1602281 w 6956385"/>
              <a:gd name="connsiteY4" fmla="*/ 2138888 h 2728798"/>
              <a:gd name="connsiteX5" fmla="*/ 2152891 w 6956385"/>
              <a:gd name="connsiteY5" fmla="*/ 1258657 h 2728798"/>
              <a:gd name="connsiteX6" fmla="*/ 2963120 w 6956385"/>
              <a:gd name="connsiteY6" fmla="*/ 344257 h 2728798"/>
              <a:gd name="connsiteX7" fmla="*/ 3391383 w 6956385"/>
              <a:gd name="connsiteY7" fmla="*/ 66464 h 2728798"/>
              <a:gd name="connsiteX8" fmla="*/ 3727049 w 6956385"/>
              <a:gd name="connsiteY8" fmla="*/ 8591 h 2728798"/>
              <a:gd name="connsiteX9" fmla="*/ 4120588 w 6956385"/>
              <a:gd name="connsiteY9" fmla="*/ 205361 h 2728798"/>
              <a:gd name="connsiteX10" fmla="*/ 5127585 w 6956385"/>
              <a:gd name="connsiteY10" fmla="*/ 1119760 h 2728798"/>
              <a:gd name="connsiteX11" fmla="*/ 5497975 w 6956385"/>
              <a:gd name="connsiteY11" fmla="*/ 1675345 h 2728798"/>
              <a:gd name="connsiteX12" fmla="*/ 5845216 w 6956385"/>
              <a:gd name="connsiteY12" fmla="*/ 2230930 h 2728798"/>
              <a:gd name="connsiteX13" fmla="*/ 6099859 w 6956385"/>
              <a:gd name="connsiteY13" fmla="*/ 2520297 h 2728798"/>
              <a:gd name="connsiteX14" fmla="*/ 6632294 w 6956385"/>
              <a:gd name="connsiteY14" fmla="*/ 2670768 h 2728798"/>
              <a:gd name="connsiteX15" fmla="*/ 6956385 w 6956385"/>
              <a:gd name="connsiteY15" fmla="*/ 2728641 h 2728798"/>
              <a:gd name="connsiteX0" fmla="*/ 0 w 6956385"/>
              <a:gd name="connsiteY0" fmla="*/ 2647619 h 2728798"/>
              <a:gd name="connsiteX1" fmla="*/ 419989 w 6956385"/>
              <a:gd name="connsiteY1" fmla="*/ 2624099 h 2728798"/>
              <a:gd name="connsiteX2" fmla="*/ 985478 w 6956385"/>
              <a:gd name="connsiteY2" fmla="*/ 2506604 h 2728798"/>
              <a:gd name="connsiteX3" fmla="*/ 1370786 w 6956385"/>
              <a:gd name="connsiteY3" fmla="*/ 2329964 h 2728798"/>
              <a:gd name="connsiteX4" fmla="*/ 1602281 w 6956385"/>
              <a:gd name="connsiteY4" fmla="*/ 2138888 h 2728798"/>
              <a:gd name="connsiteX5" fmla="*/ 2152891 w 6956385"/>
              <a:gd name="connsiteY5" fmla="*/ 1258657 h 2728798"/>
              <a:gd name="connsiteX6" fmla="*/ 2963120 w 6956385"/>
              <a:gd name="connsiteY6" fmla="*/ 344257 h 2728798"/>
              <a:gd name="connsiteX7" fmla="*/ 3391383 w 6956385"/>
              <a:gd name="connsiteY7" fmla="*/ 66464 h 2728798"/>
              <a:gd name="connsiteX8" fmla="*/ 3727049 w 6956385"/>
              <a:gd name="connsiteY8" fmla="*/ 8591 h 2728798"/>
              <a:gd name="connsiteX9" fmla="*/ 4120588 w 6956385"/>
              <a:gd name="connsiteY9" fmla="*/ 205361 h 2728798"/>
              <a:gd name="connsiteX10" fmla="*/ 5127585 w 6956385"/>
              <a:gd name="connsiteY10" fmla="*/ 1119760 h 2728798"/>
              <a:gd name="connsiteX11" fmla="*/ 5497975 w 6956385"/>
              <a:gd name="connsiteY11" fmla="*/ 1675345 h 2728798"/>
              <a:gd name="connsiteX12" fmla="*/ 5845216 w 6956385"/>
              <a:gd name="connsiteY12" fmla="*/ 2230930 h 2728798"/>
              <a:gd name="connsiteX13" fmla="*/ 6099859 w 6956385"/>
              <a:gd name="connsiteY13" fmla="*/ 2520297 h 2728798"/>
              <a:gd name="connsiteX14" fmla="*/ 6632294 w 6956385"/>
              <a:gd name="connsiteY14" fmla="*/ 2670768 h 2728798"/>
              <a:gd name="connsiteX15" fmla="*/ 6956385 w 6956385"/>
              <a:gd name="connsiteY15" fmla="*/ 2728641 h 2728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956385" h="2728798">
                <a:moveTo>
                  <a:pt x="0" y="2647619"/>
                </a:moveTo>
                <a:cubicBezTo>
                  <a:pt x="179408" y="2652442"/>
                  <a:pt x="255743" y="2647601"/>
                  <a:pt x="419989" y="2624099"/>
                </a:cubicBezTo>
                <a:cubicBezTo>
                  <a:pt x="584235" y="2600597"/>
                  <a:pt x="827012" y="2555626"/>
                  <a:pt x="985478" y="2506604"/>
                </a:cubicBezTo>
                <a:cubicBezTo>
                  <a:pt x="1143944" y="2457582"/>
                  <a:pt x="1267986" y="2391250"/>
                  <a:pt x="1370786" y="2329964"/>
                </a:cubicBezTo>
                <a:cubicBezTo>
                  <a:pt x="1473586" y="2268678"/>
                  <a:pt x="1471930" y="2317439"/>
                  <a:pt x="1602281" y="2138888"/>
                </a:cubicBezTo>
                <a:cubicBezTo>
                  <a:pt x="1732632" y="1960337"/>
                  <a:pt x="1926085" y="1557762"/>
                  <a:pt x="2152891" y="1258657"/>
                </a:cubicBezTo>
                <a:cubicBezTo>
                  <a:pt x="2379697" y="959552"/>
                  <a:pt x="2756705" y="542956"/>
                  <a:pt x="2963120" y="344257"/>
                </a:cubicBezTo>
                <a:cubicBezTo>
                  <a:pt x="3169535" y="145558"/>
                  <a:pt x="3264062" y="122408"/>
                  <a:pt x="3391383" y="66464"/>
                </a:cubicBezTo>
                <a:cubicBezTo>
                  <a:pt x="3518705" y="10520"/>
                  <a:pt x="3605515" y="-14559"/>
                  <a:pt x="3727049" y="8591"/>
                </a:cubicBezTo>
                <a:cubicBezTo>
                  <a:pt x="3848583" y="31741"/>
                  <a:pt x="3887165" y="20166"/>
                  <a:pt x="4120588" y="205361"/>
                </a:cubicBezTo>
                <a:cubicBezTo>
                  <a:pt x="4354011" y="390556"/>
                  <a:pt x="4898021" y="874763"/>
                  <a:pt x="5127585" y="1119760"/>
                </a:cubicBezTo>
                <a:cubicBezTo>
                  <a:pt x="5357149" y="1364757"/>
                  <a:pt x="5378370" y="1490150"/>
                  <a:pt x="5497975" y="1675345"/>
                </a:cubicBezTo>
                <a:cubicBezTo>
                  <a:pt x="5617580" y="1860540"/>
                  <a:pt x="5744902" y="2090105"/>
                  <a:pt x="5845216" y="2230930"/>
                </a:cubicBezTo>
                <a:cubicBezTo>
                  <a:pt x="5945530" y="2371755"/>
                  <a:pt x="5968679" y="2446991"/>
                  <a:pt x="6099859" y="2520297"/>
                </a:cubicBezTo>
                <a:cubicBezTo>
                  <a:pt x="6231039" y="2593603"/>
                  <a:pt x="6258046" y="2647619"/>
                  <a:pt x="6632294" y="2670768"/>
                </a:cubicBezTo>
                <a:cubicBezTo>
                  <a:pt x="7006542" y="2693917"/>
                  <a:pt x="6716210" y="2731535"/>
                  <a:pt x="6956385" y="2728641"/>
                </a:cubicBezTo>
              </a:path>
            </a:pathLst>
          </a:custGeom>
          <a:solidFill>
            <a:srgbClr val="FF0000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2327373" y="4011774"/>
            <a:ext cx="157430" cy="14390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6145273" y="4421179"/>
            <a:ext cx="81978" cy="11306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2212849" y="4251956"/>
            <a:ext cx="519672" cy="3886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μ₁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70372" y="4640652"/>
            <a:ext cx="5358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μ₂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4659" y="4848897"/>
            <a:ext cx="50219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σ₁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82439" y="5207078"/>
            <a:ext cx="4554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σ₂</a:t>
            </a:r>
          </a:p>
        </p:txBody>
      </p:sp>
      <p:graphicFrame>
        <p:nvGraphicFramePr>
          <p:cNvPr id="20" name="Chart 19"/>
          <p:cNvGraphicFramePr/>
          <p:nvPr>
            <p:extLst>
              <p:ext uri="{D42A27DB-BD31-4B8C-83A1-F6EECF244321}">
                <p14:modId xmlns:p14="http://schemas.microsoft.com/office/powerpoint/2010/main" val="3549573234"/>
              </p:ext>
            </p:extLst>
          </p:nvPr>
        </p:nvGraphicFramePr>
        <p:xfrm>
          <a:off x="137818" y="3659787"/>
          <a:ext cx="7478465" cy="28166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137818" y="3601642"/>
            <a:ext cx="7478465" cy="287482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2" name="Freeform 21"/>
          <p:cNvSpPr/>
          <p:nvPr/>
        </p:nvSpPr>
        <p:spPr>
          <a:xfrm>
            <a:off x="4270917" y="1338146"/>
            <a:ext cx="5837810" cy="1716319"/>
          </a:xfrm>
          <a:custGeom>
            <a:avLst/>
            <a:gdLst>
              <a:gd name="connsiteX0" fmla="*/ 0 w 6182436"/>
              <a:gd name="connsiteY0" fmla="*/ 2382335 h 2541757"/>
              <a:gd name="connsiteX1" fmla="*/ 682388 w 6182436"/>
              <a:gd name="connsiteY1" fmla="*/ 2341392 h 2541757"/>
              <a:gd name="connsiteX2" fmla="*/ 1132765 w 6182436"/>
              <a:gd name="connsiteY2" fmla="*/ 2273153 h 2541757"/>
              <a:gd name="connsiteX3" fmla="*/ 1473959 w 6182436"/>
              <a:gd name="connsiteY3" fmla="*/ 2109380 h 2541757"/>
              <a:gd name="connsiteX4" fmla="*/ 1951630 w 6182436"/>
              <a:gd name="connsiteY4" fmla="*/ 1618060 h 2541757"/>
              <a:gd name="connsiteX5" fmla="*/ 2606723 w 6182436"/>
              <a:gd name="connsiteY5" fmla="*/ 376114 h 2541757"/>
              <a:gd name="connsiteX6" fmla="*/ 3029803 w 6182436"/>
              <a:gd name="connsiteY6" fmla="*/ 21272 h 2541757"/>
              <a:gd name="connsiteX7" fmla="*/ 3480180 w 6182436"/>
              <a:gd name="connsiteY7" fmla="*/ 198693 h 2541757"/>
              <a:gd name="connsiteX8" fmla="*/ 4230806 w 6182436"/>
              <a:gd name="connsiteY8" fmla="*/ 1481583 h 2541757"/>
              <a:gd name="connsiteX9" fmla="*/ 4790365 w 6182436"/>
              <a:gd name="connsiteY9" fmla="*/ 2123028 h 2541757"/>
              <a:gd name="connsiteX10" fmla="*/ 5117911 w 6182436"/>
              <a:gd name="connsiteY10" fmla="*/ 2300448 h 2541757"/>
              <a:gd name="connsiteX11" fmla="*/ 6059606 w 6182436"/>
              <a:gd name="connsiteY11" fmla="*/ 2382335 h 2541757"/>
              <a:gd name="connsiteX12" fmla="*/ 6182436 w 6182436"/>
              <a:gd name="connsiteY12" fmla="*/ 2368687 h 2541757"/>
              <a:gd name="connsiteX0" fmla="*/ 0 w 6182436"/>
              <a:gd name="connsiteY0" fmla="*/ 2382335 h 2542514"/>
              <a:gd name="connsiteX1" fmla="*/ 682388 w 6182436"/>
              <a:gd name="connsiteY1" fmla="*/ 2341392 h 2542514"/>
              <a:gd name="connsiteX2" fmla="*/ 1132765 w 6182436"/>
              <a:gd name="connsiteY2" fmla="*/ 2273153 h 2542514"/>
              <a:gd name="connsiteX3" fmla="*/ 1473959 w 6182436"/>
              <a:gd name="connsiteY3" fmla="*/ 2109380 h 2542514"/>
              <a:gd name="connsiteX4" fmla="*/ 1951630 w 6182436"/>
              <a:gd name="connsiteY4" fmla="*/ 1618060 h 2542514"/>
              <a:gd name="connsiteX5" fmla="*/ 2606723 w 6182436"/>
              <a:gd name="connsiteY5" fmla="*/ 376114 h 2542514"/>
              <a:gd name="connsiteX6" fmla="*/ 3029803 w 6182436"/>
              <a:gd name="connsiteY6" fmla="*/ 21272 h 2542514"/>
              <a:gd name="connsiteX7" fmla="*/ 3480180 w 6182436"/>
              <a:gd name="connsiteY7" fmla="*/ 198693 h 2542514"/>
              <a:gd name="connsiteX8" fmla="*/ 4230806 w 6182436"/>
              <a:gd name="connsiteY8" fmla="*/ 1481583 h 2542514"/>
              <a:gd name="connsiteX9" fmla="*/ 4790365 w 6182436"/>
              <a:gd name="connsiteY9" fmla="*/ 2123028 h 2542514"/>
              <a:gd name="connsiteX10" fmla="*/ 5040641 w 6182436"/>
              <a:gd name="connsiteY10" fmla="*/ 2281235 h 2542514"/>
              <a:gd name="connsiteX11" fmla="*/ 6059606 w 6182436"/>
              <a:gd name="connsiteY11" fmla="*/ 2382335 h 2542514"/>
              <a:gd name="connsiteX12" fmla="*/ 6182436 w 6182436"/>
              <a:gd name="connsiteY12" fmla="*/ 2368687 h 2542514"/>
              <a:gd name="connsiteX0" fmla="*/ 0 w 6182436"/>
              <a:gd name="connsiteY0" fmla="*/ 2382335 h 2553939"/>
              <a:gd name="connsiteX1" fmla="*/ 682388 w 6182436"/>
              <a:gd name="connsiteY1" fmla="*/ 2341392 h 2553939"/>
              <a:gd name="connsiteX2" fmla="*/ 1132765 w 6182436"/>
              <a:gd name="connsiteY2" fmla="*/ 2273153 h 2553939"/>
              <a:gd name="connsiteX3" fmla="*/ 1473959 w 6182436"/>
              <a:gd name="connsiteY3" fmla="*/ 2109380 h 2553939"/>
              <a:gd name="connsiteX4" fmla="*/ 1951630 w 6182436"/>
              <a:gd name="connsiteY4" fmla="*/ 1618060 h 2553939"/>
              <a:gd name="connsiteX5" fmla="*/ 2606723 w 6182436"/>
              <a:gd name="connsiteY5" fmla="*/ 376114 h 2553939"/>
              <a:gd name="connsiteX6" fmla="*/ 3029803 w 6182436"/>
              <a:gd name="connsiteY6" fmla="*/ 21272 h 2553939"/>
              <a:gd name="connsiteX7" fmla="*/ 3480180 w 6182436"/>
              <a:gd name="connsiteY7" fmla="*/ 198693 h 2553939"/>
              <a:gd name="connsiteX8" fmla="*/ 4230806 w 6182436"/>
              <a:gd name="connsiteY8" fmla="*/ 1481583 h 2553939"/>
              <a:gd name="connsiteX9" fmla="*/ 4790365 w 6182436"/>
              <a:gd name="connsiteY9" fmla="*/ 2123028 h 2553939"/>
              <a:gd name="connsiteX10" fmla="*/ 5040641 w 6182436"/>
              <a:gd name="connsiteY10" fmla="*/ 2281235 h 2553939"/>
              <a:gd name="connsiteX11" fmla="*/ 6107900 w 6182436"/>
              <a:gd name="connsiteY11" fmla="*/ 2420763 h 2553939"/>
              <a:gd name="connsiteX12" fmla="*/ 6182436 w 6182436"/>
              <a:gd name="connsiteY12" fmla="*/ 2368687 h 2553939"/>
              <a:gd name="connsiteX0" fmla="*/ 0 w 6182436"/>
              <a:gd name="connsiteY0" fmla="*/ 2382335 h 2534805"/>
              <a:gd name="connsiteX1" fmla="*/ 682388 w 6182436"/>
              <a:gd name="connsiteY1" fmla="*/ 2341392 h 2534805"/>
              <a:gd name="connsiteX2" fmla="*/ 1132765 w 6182436"/>
              <a:gd name="connsiteY2" fmla="*/ 2273153 h 2534805"/>
              <a:gd name="connsiteX3" fmla="*/ 1473959 w 6182436"/>
              <a:gd name="connsiteY3" fmla="*/ 2109380 h 2534805"/>
              <a:gd name="connsiteX4" fmla="*/ 1951630 w 6182436"/>
              <a:gd name="connsiteY4" fmla="*/ 1618060 h 2534805"/>
              <a:gd name="connsiteX5" fmla="*/ 2606723 w 6182436"/>
              <a:gd name="connsiteY5" fmla="*/ 376114 h 2534805"/>
              <a:gd name="connsiteX6" fmla="*/ 3029803 w 6182436"/>
              <a:gd name="connsiteY6" fmla="*/ 21272 h 2534805"/>
              <a:gd name="connsiteX7" fmla="*/ 3480180 w 6182436"/>
              <a:gd name="connsiteY7" fmla="*/ 198693 h 2534805"/>
              <a:gd name="connsiteX8" fmla="*/ 4230806 w 6182436"/>
              <a:gd name="connsiteY8" fmla="*/ 1481583 h 2534805"/>
              <a:gd name="connsiteX9" fmla="*/ 4790365 w 6182436"/>
              <a:gd name="connsiteY9" fmla="*/ 2123028 h 2534805"/>
              <a:gd name="connsiteX10" fmla="*/ 5040641 w 6182436"/>
              <a:gd name="connsiteY10" fmla="*/ 2281235 h 2534805"/>
              <a:gd name="connsiteX11" fmla="*/ 5856775 w 6182436"/>
              <a:gd name="connsiteY11" fmla="*/ 2353516 h 2534805"/>
              <a:gd name="connsiteX12" fmla="*/ 6182436 w 6182436"/>
              <a:gd name="connsiteY12" fmla="*/ 2368687 h 2534805"/>
              <a:gd name="connsiteX0" fmla="*/ 0 w 7447727"/>
              <a:gd name="connsiteY0" fmla="*/ 2382335 h 2382335"/>
              <a:gd name="connsiteX1" fmla="*/ 682388 w 7447727"/>
              <a:gd name="connsiteY1" fmla="*/ 2341392 h 2382335"/>
              <a:gd name="connsiteX2" fmla="*/ 1132765 w 7447727"/>
              <a:gd name="connsiteY2" fmla="*/ 2273153 h 2382335"/>
              <a:gd name="connsiteX3" fmla="*/ 1473959 w 7447727"/>
              <a:gd name="connsiteY3" fmla="*/ 2109380 h 2382335"/>
              <a:gd name="connsiteX4" fmla="*/ 1951630 w 7447727"/>
              <a:gd name="connsiteY4" fmla="*/ 1618060 h 2382335"/>
              <a:gd name="connsiteX5" fmla="*/ 2606723 w 7447727"/>
              <a:gd name="connsiteY5" fmla="*/ 376114 h 2382335"/>
              <a:gd name="connsiteX6" fmla="*/ 3029803 w 7447727"/>
              <a:gd name="connsiteY6" fmla="*/ 21272 h 2382335"/>
              <a:gd name="connsiteX7" fmla="*/ 3480180 w 7447727"/>
              <a:gd name="connsiteY7" fmla="*/ 198693 h 2382335"/>
              <a:gd name="connsiteX8" fmla="*/ 4230806 w 7447727"/>
              <a:gd name="connsiteY8" fmla="*/ 1481583 h 2382335"/>
              <a:gd name="connsiteX9" fmla="*/ 4790365 w 7447727"/>
              <a:gd name="connsiteY9" fmla="*/ 2123028 h 2382335"/>
              <a:gd name="connsiteX10" fmla="*/ 5040641 w 7447727"/>
              <a:gd name="connsiteY10" fmla="*/ 2281235 h 2382335"/>
              <a:gd name="connsiteX11" fmla="*/ 5856775 w 7447727"/>
              <a:gd name="connsiteY11" fmla="*/ 2353516 h 2382335"/>
              <a:gd name="connsiteX12" fmla="*/ 7447727 w 7447727"/>
              <a:gd name="connsiteY12" fmla="*/ 2138123 h 2382335"/>
              <a:gd name="connsiteX0" fmla="*/ 0 w 6742642"/>
              <a:gd name="connsiteY0" fmla="*/ 2382335 h 2636212"/>
              <a:gd name="connsiteX1" fmla="*/ 682388 w 6742642"/>
              <a:gd name="connsiteY1" fmla="*/ 2341392 h 2636212"/>
              <a:gd name="connsiteX2" fmla="*/ 1132765 w 6742642"/>
              <a:gd name="connsiteY2" fmla="*/ 2273153 h 2636212"/>
              <a:gd name="connsiteX3" fmla="*/ 1473959 w 6742642"/>
              <a:gd name="connsiteY3" fmla="*/ 2109380 h 2636212"/>
              <a:gd name="connsiteX4" fmla="*/ 1951630 w 6742642"/>
              <a:gd name="connsiteY4" fmla="*/ 1618060 h 2636212"/>
              <a:gd name="connsiteX5" fmla="*/ 2606723 w 6742642"/>
              <a:gd name="connsiteY5" fmla="*/ 376114 h 2636212"/>
              <a:gd name="connsiteX6" fmla="*/ 3029803 w 6742642"/>
              <a:gd name="connsiteY6" fmla="*/ 21272 h 2636212"/>
              <a:gd name="connsiteX7" fmla="*/ 3480180 w 6742642"/>
              <a:gd name="connsiteY7" fmla="*/ 198693 h 2636212"/>
              <a:gd name="connsiteX8" fmla="*/ 4230806 w 6742642"/>
              <a:gd name="connsiteY8" fmla="*/ 1481583 h 2636212"/>
              <a:gd name="connsiteX9" fmla="*/ 4790365 w 6742642"/>
              <a:gd name="connsiteY9" fmla="*/ 2123028 h 2636212"/>
              <a:gd name="connsiteX10" fmla="*/ 5040641 w 6742642"/>
              <a:gd name="connsiteY10" fmla="*/ 2281235 h 2636212"/>
              <a:gd name="connsiteX11" fmla="*/ 5856775 w 6742642"/>
              <a:gd name="connsiteY11" fmla="*/ 2353516 h 2636212"/>
              <a:gd name="connsiteX12" fmla="*/ 6742642 w 6742642"/>
              <a:gd name="connsiteY12" fmla="*/ 2493575 h 2636212"/>
              <a:gd name="connsiteX0" fmla="*/ 0 w 6805912"/>
              <a:gd name="connsiteY0" fmla="*/ 2382335 h 2512587"/>
              <a:gd name="connsiteX1" fmla="*/ 682388 w 6805912"/>
              <a:gd name="connsiteY1" fmla="*/ 2341392 h 2512587"/>
              <a:gd name="connsiteX2" fmla="*/ 1132765 w 6805912"/>
              <a:gd name="connsiteY2" fmla="*/ 2273153 h 2512587"/>
              <a:gd name="connsiteX3" fmla="*/ 1473959 w 6805912"/>
              <a:gd name="connsiteY3" fmla="*/ 2109380 h 2512587"/>
              <a:gd name="connsiteX4" fmla="*/ 1951630 w 6805912"/>
              <a:gd name="connsiteY4" fmla="*/ 1618060 h 2512587"/>
              <a:gd name="connsiteX5" fmla="*/ 2606723 w 6805912"/>
              <a:gd name="connsiteY5" fmla="*/ 376114 h 2512587"/>
              <a:gd name="connsiteX6" fmla="*/ 3029803 w 6805912"/>
              <a:gd name="connsiteY6" fmla="*/ 21272 h 2512587"/>
              <a:gd name="connsiteX7" fmla="*/ 3480180 w 6805912"/>
              <a:gd name="connsiteY7" fmla="*/ 198693 h 2512587"/>
              <a:gd name="connsiteX8" fmla="*/ 4230806 w 6805912"/>
              <a:gd name="connsiteY8" fmla="*/ 1481583 h 2512587"/>
              <a:gd name="connsiteX9" fmla="*/ 4790365 w 6805912"/>
              <a:gd name="connsiteY9" fmla="*/ 2123028 h 2512587"/>
              <a:gd name="connsiteX10" fmla="*/ 5040641 w 6805912"/>
              <a:gd name="connsiteY10" fmla="*/ 2281235 h 2512587"/>
              <a:gd name="connsiteX11" fmla="*/ 5856775 w 6805912"/>
              <a:gd name="connsiteY11" fmla="*/ 2353516 h 2512587"/>
              <a:gd name="connsiteX12" fmla="*/ 6742642 w 6805912"/>
              <a:gd name="connsiteY12" fmla="*/ 2493575 h 2512587"/>
              <a:gd name="connsiteX0" fmla="*/ 0 w 6879808"/>
              <a:gd name="connsiteY0" fmla="*/ 2382335 h 2442743"/>
              <a:gd name="connsiteX1" fmla="*/ 682388 w 6879808"/>
              <a:gd name="connsiteY1" fmla="*/ 2341392 h 2442743"/>
              <a:gd name="connsiteX2" fmla="*/ 1132765 w 6879808"/>
              <a:gd name="connsiteY2" fmla="*/ 2273153 h 2442743"/>
              <a:gd name="connsiteX3" fmla="*/ 1473959 w 6879808"/>
              <a:gd name="connsiteY3" fmla="*/ 2109380 h 2442743"/>
              <a:gd name="connsiteX4" fmla="*/ 1951630 w 6879808"/>
              <a:gd name="connsiteY4" fmla="*/ 1618060 h 2442743"/>
              <a:gd name="connsiteX5" fmla="*/ 2606723 w 6879808"/>
              <a:gd name="connsiteY5" fmla="*/ 376114 h 2442743"/>
              <a:gd name="connsiteX6" fmla="*/ 3029803 w 6879808"/>
              <a:gd name="connsiteY6" fmla="*/ 21272 h 2442743"/>
              <a:gd name="connsiteX7" fmla="*/ 3480180 w 6879808"/>
              <a:gd name="connsiteY7" fmla="*/ 198693 h 2442743"/>
              <a:gd name="connsiteX8" fmla="*/ 4230806 w 6879808"/>
              <a:gd name="connsiteY8" fmla="*/ 1481583 h 2442743"/>
              <a:gd name="connsiteX9" fmla="*/ 4790365 w 6879808"/>
              <a:gd name="connsiteY9" fmla="*/ 2123028 h 2442743"/>
              <a:gd name="connsiteX10" fmla="*/ 5040641 w 6879808"/>
              <a:gd name="connsiteY10" fmla="*/ 2281235 h 2442743"/>
              <a:gd name="connsiteX11" fmla="*/ 5856775 w 6879808"/>
              <a:gd name="connsiteY11" fmla="*/ 2353516 h 2442743"/>
              <a:gd name="connsiteX12" fmla="*/ 6819912 w 6879808"/>
              <a:gd name="connsiteY12" fmla="*/ 2416721 h 2442743"/>
              <a:gd name="connsiteX0" fmla="*/ 0 w 6861299"/>
              <a:gd name="connsiteY0" fmla="*/ 2382335 h 2557879"/>
              <a:gd name="connsiteX1" fmla="*/ 682388 w 6861299"/>
              <a:gd name="connsiteY1" fmla="*/ 2341392 h 2557879"/>
              <a:gd name="connsiteX2" fmla="*/ 1132765 w 6861299"/>
              <a:gd name="connsiteY2" fmla="*/ 2273153 h 2557879"/>
              <a:gd name="connsiteX3" fmla="*/ 1473959 w 6861299"/>
              <a:gd name="connsiteY3" fmla="*/ 2109380 h 2557879"/>
              <a:gd name="connsiteX4" fmla="*/ 1951630 w 6861299"/>
              <a:gd name="connsiteY4" fmla="*/ 1618060 h 2557879"/>
              <a:gd name="connsiteX5" fmla="*/ 2606723 w 6861299"/>
              <a:gd name="connsiteY5" fmla="*/ 376114 h 2557879"/>
              <a:gd name="connsiteX6" fmla="*/ 3029803 w 6861299"/>
              <a:gd name="connsiteY6" fmla="*/ 21272 h 2557879"/>
              <a:gd name="connsiteX7" fmla="*/ 3480180 w 6861299"/>
              <a:gd name="connsiteY7" fmla="*/ 198693 h 2557879"/>
              <a:gd name="connsiteX8" fmla="*/ 4230806 w 6861299"/>
              <a:gd name="connsiteY8" fmla="*/ 1481583 h 2557879"/>
              <a:gd name="connsiteX9" fmla="*/ 4790365 w 6861299"/>
              <a:gd name="connsiteY9" fmla="*/ 2123028 h 2557879"/>
              <a:gd name="connsiteX10" fmla="*/ 5040641 w 6861299"/>
              <a:gd name="connsiteY10" fmla="*/ 2281235 h 2557879"/>
              <a:gd name="connsiteX11" fmla="*/ 5856775 w 6861299"/>
              <a:gd name="connsiteY11" fmla="*/ 2353516 h 2557879"/>
              <a:gd name="connsiteX12" fmla="*/ 6800594 w 6861299"/>
              <a:gd name="connsiteY12" fmla="*/ 2541610 h 2557879"/>
              <a:gd name="connsiteX0" fmla="*/ 0 w 6873343"/>
              <a:gd name="connsiteY0" fmla="*/ 2382335 h 2541610"/>
              <a:gd name="connsiteX1" fmla="*/ 682388 w 6873343"/>
              <a:gd name="connsiteY1" fmla="*/ 2341392 h 2541610"/>
              <a:gd name="connsiteX2" fmla="*/ 1132765 w 6873343"/>
              <a:gd name="connsiteY2" fmla="*/ 2273153 h 2541610"/>
              <a:gd name="connsiteX3" fmla="*/ 1473959 w 6873343"/>
              <a:gd name="connsiteY3" fmla="*/ 2109380 h 2541610"/>
              <a:gd name="connsiteX4" fmla="*/ 1951630 w 6873343"/>
              <a:gd name="connsiteY4" fmla="*/ 1618060 h 2541610"/>
              <a:gd name="connsiteX5" fmla="*/ 2606723 w 6873343"/>
              <a:gd name="connsiteY5" fmla="*/ 376114 h 2541610"/>
              <a:gd name="connsiteX6" fmla="*/ 3029803 w 6873343"/>
              <a:gd name="connsiteY6" fmla="*/ 21272 h 2541610"/>
              <a:gd name="connsiteX7" fmla="*/ 3480180 w 6873343"/>
              <a:gd name="connsiteY7" fmla="*/ 198693 h 2541610"/>
              <a:gd name="connsiteX8" fmla="*/ 4230806 w 6873343"/>
              <a:gd name="connsiteY8" fmla="*/ 1481583 h 2541610"/>
              <a:gd name="connsiteX9" fmla="*/ 4790365 w 6873343"/>
              <a:gd name="connsiteY9" fmla="*/ 2123028 h 2541610"/>
              <a:gd name="connsiteX10" fmla="*/ 5040641 w 6873343"/>
              <a:gd name="connsiteY10" fmla="*/ 2281235 h 2541610"/>
              <a:gd name="connsiteX11" fmla="*/ 5856775 w 6873343"/>
              <a:gd name="connsiteY11" fmla="*/ 2353516 h 2541610"/>
              <a:gd name="connsiteX12" fmla="*/ 6800594 w 6873343"/>
              <a:gd name="connsiteY12" fmla="*/ 2541610 h 2541610"/>
              <a:gd name="connsiteX0" fmla="*/ 0 w 6873343"/>
              <a:gd name="connsiteY0" fmla="*/ 2382335 h 2542095"/>
              <a:gd name="connsiteX1" fmla="*/ 682388 w 6873343"/>
              <a:gd name="connsiteY1" fmla="*/ 2341392 h 2542095"/>
              <a:gd name="connsiteX2" fmla="*/ 1132765 w 6873343"/>
              <a:gd name="connsiteY2" fmla="*/ 2273153 h 2542095"/>
              <a:gd name="connsiteX3" fmla="*/ 1473959 w 6873343"/>
              <a:gd name="connsiteY3" fmla="*/ 2109380 h 2542095"/>
              <a:gd name="connsiteX4" fmla="*/ 1951630 w 6873343"/>
              <a:gd name="connsiteY4" fmla="*/ 1618060 h 2542095"/>
              <a:gd name="connsiteX5" fmla="*/ 2606723 w 6873343"/>
              <a:gd name="connsiteY5" fmla="*/ 376114 h 2542095"/>
              <a:gd name="connsiteX6" fmla="*/ 3029803 w 6873343"/>
              <a:gd name="connsiteY6" fmla="*/ 21272 h 2542095"/>
              <a:gd name="connsiteX7" fmla="*/ 3480180 w 6873343"/>
              <a:gd name="connsiteY7" fmla="*/ 198693 h 2542095"/>
              <a:gd name="connsiteX8" fmla="*/ 4230806 w 6873343"/>
              <a:gd name="connsiteY8" fmla="*/ 1481583 h 2542095"/>
              <a:gd name="connsiteX9" fmla="*/ 4790365 w 6873343"/>
              <a:gd name="connsiteY9" fmla="*/ 2123028 h 2542095"/>
              <a:gd name="connsiteX10" fmla="*/ 5040641 w 6873343"/>
              <a:gd name="connsiteY10" fmla="*/ 2281235 h 2542095"/>
              <a:gd name="connsiteX11" fmla="*/ 5856775 w 6873343"/>
              <a:gd name="connsiteY11" fmla="*/ 2353516 h 2542095"/>
              <a:gd name="connsiteX12" fmla="*/ 6800594 w 6873343"/>
              <a:gd name="connsiteY12" fmla="*/ 2541610 h 2542095"/>
              <a:gd name="connsiteX0" fmla="*/ 0 w 6889481"/>
              <a:gd name="connsiteY0" fmla="*/ 2382335 h 2542361"/>
              <a:gd name="connsiteX1" fmla="*/ 682388 w 6889481"/>
              <a:gd name="connsiteY1" fmla="*/ 2341392 h 2542361"/>
              <a:gd name="connsiteX2" fmla="*/ 1132765 w 6889481"/>
              <a:gd name="connsiteY2" fmla="*/ 2273153 h 2542361"/>
              <a:gd name="connsiteX3" fmla="*/ 1473959 w 6889481"/>
              <a:gd name="connsiteY3" fmla="*/ 2109380 h 2542361"/>
              <a:gd name="connsiteX4" fmla="*/ 1951630 w 6889481"/>
              <a:gd name="connsiteY4" fmla="*/ 1618060 h 2542361"/>
              <a:gd name="connsiteX5" fmla="*/ 2606723 w 6889481"/>
              <a:gd name="connsiteY5" fmla="*/ 376114 h 2542361"/>
              <a:gd name="connsiteX6" fmla="*/ 3029803 w 6889481"/>
              <a:gd name="connsiteY6" fmla="*/ 21272 h 2542361"/>
              <a:gd name="connsiteX7" fmla="*/ 3480180 w 6889481"/>
              <a:gd name="connsiteY7" fmla="*/ 198693 h 2542361"/>
              <a:gd name="connsiteX8" fmla="*/ 4230806 w 6889481"/>
              <a:gd name="connsiteY8" fmla="*/ 1481583 h 2542361"/>
              <a:gd name="connsiteX9" fmla="*/ 4790365 w 6889481"/>
              <a:gd name="connsiteY9" fmla="*/ 2123028 h 2542361"/>
              <a:gd name="connsiteX10" fmla="*/ 5040641 w 6889481"/>
              <a:gd name="connsiteY10" fmla="*/ 2281235 h 2542361"/>
              <a:gd name="connsiteX11" fmla="*/ 6088584 w 6889481"/>
              <a:gd name="connsiteY11" fmla="*/ 2411157 h 2542361"/>
              <a:gd name="connsiteX12" fmla="*/ 6800594 w 6889481"/>
              <a:gd name="connsiteY12" fmla="*/ 2541610 h 2542361"/>
              <a:gd name="connsiteX0" fmla="*/ 0 w 6888104"/>
              <a:gd name="connsiteY0" fmla="*/ 2382335 h 2542435"/>
              <a:gd name="connsiteX1" fmla="*/ 682388 w 6888104"/>
              <a:gd name="connsiteY1" fmla="*/ 2341392 h 2542435"/>
              <a:gd name="connsiteX2" fmla="*/ 1132765 w 6888104"/>
              <a:gd name="connsiteY2" fmla="*/ 2273153 h 2542435"/>
              <a:gd name="connsiteX3" fmla="*/ 1473959 w 6888104"/>
              <a:gd name="connsiteY3" fmla="*/ 2109380 h 2542435"/>
              <a:gd name="connsiteX4" fmla="*/ 1951630 w 6888104"/>
              <a:gd name="connsiteY4" fmla="*/ 1618060 h 2542435"/>
              <a:gd name="connsiteX5" fmla="*/ 2606723 w 6888104"/>
              <a:gd name="connsiteY5" fmla="*/ 376114 h 2542435"/>
              <a:gd name="connsiteX6" fmla="*/ 3029803 w 6888104"/>
              <a:gd name="connsiteY6" fmla="*/ 21272 h 2542435"/>
              <a:gd name="connsiteX7" fmla="*/ 3480180 w 6888104"/>
              <a:gd name="connsiteY7" fmla="*/ 198693 h 2542435"/>
              <a:gd name="connsiteX8" fmla="*/ 4230806 w 6888104"/>
              <a:gd name="connsiteY8" fmla="*/ 1481583 h 2542435"/>
              <a:gd name="connsiteX9" fmla="*/ 4790365 w 6888104"/>
              <a:gd name="connsiteY9" fmla="*/ 2123028 h 2542435"/>
              <a:gd name="connsiteX10" fmla="*/ 5146886 w 6888104"/>
              <a:gd name="connsiteY10" fmla="*/ 2223593 h 2542435"/>
              <a:gd name="connsiteX11" fmla="*/ 6088584 w 6888104"/>
              <a:gd name="connsiteY11" fmla="*/ 2411157 h 2542435"/>
              <a:gd name="connsiteX12" fmla="*/ 6800594 w 6888104"/>
              <a:gd name="connsiteY12" fmla="*/ 2541610 h 2542435"/>
              <a:gd name="connsiteX0" fmla="*/ 0 w 6984692"/>
              <a:gd name="connsiteY0" fmla="*/ 2382335 h 2542435"/>
              <a:gd name="connsiteX1" fmla="*/ 778976 w 6984692"/>
              <a:gd name="connsiteY1" fmla="*/ 2341392 h 2542435"/>
              <a:gd name="connsiteX2" fmla="*/ 1229353 w 6984692"/>
              <a:gd name="connsiteY2" fmla="*/ 2273153 h 2542435"/>
              <a:gd name="connsiteX3" fmla="*/ 1570547 w 6984692"/>
              <a:gd name="connsiteY3" fmla="*/ 2109380 h 2542435"/>
              <a:gd name="connsiteX4" fmla="*/ 2048218 w 6984692"/>
              <a:gd name="connsiteY4" fmla="*/ 1618060 h 2542435"/>
              <a:gd name="connsiteX5" fmla="*/ 2703311 w 6984692"/>
              <a:gd name="connsiteY5" fmla="*/ 376114 h 2542435"/>
              <a:gd name="connsiteX6" fmla="*/ 3126391 w 6984692"/>
              <a:gd name="connsiteY6" fmla="*/ 21272 h 2542435"/>
              <a:gd name="connsiteX7" fmla="*/ 3576768 w 6984692"/>
              <a:gd name="connsiteY7" fmla="*/ 198693 h 2542435"/>
              <a:gd name="connsiteX8" fmla="*/ 4327394 w 6984692"/>
              <a:gd name="connsiteY8" fmla="*/ 1481583 h 2542435"/>
              <a:gd name="connsiteX9" fmla="*/ 4886953 w 6984692"/>
              <a:gd name="connsiteY9" fmla="*/ 2123028 h 2542435"/>
              <a:gd name="connsiteX10" fmla="*/ 5243474 w 6984692"/>
              <a:gd name="connsiteY10" fmla="*/ 2223593 h 2542435"/>
              <a:gd name="connsiteX11" fmla="*/ 6185172 w 6984692"/>
              <a:gd name="connsiteY11" fmla="*/ 2411157 h 2542435"/>
              <a:gd name="connsiteX12" fmla="*/ 6897182 w 6984692"/>
              <a:gd name="connsiteY12" fmla="*/ 2541610 h 2542435"/>
              <a:gd name="connsiteX0" fmla="*/ 0 w 6984692"/>
              <a:gd name="connsiteY0" fmla="*/ 2382335 h 2542435"/>
              <a:gd name="connsiteX1" fmla="*/ 663072 w 6984692"/>
              <a:gd name="connsiteY1" fmla="*/ 2283750 h 2542435"/>
              <a:gd name="connsiteX2" fmla="*/ 1229353 w 6984692"/>
              <a:gd name="connsiteY2" fmla="*/ 2273153 h 2542435"/>
              <a:gd name="connsiteX3" fmla="*/ 1570547 w 6984692"/>
              <a:gd name="connsiteY3" fmla="*/ 2109380 h 2542435"/>
              <a:gd name="connsiteX4" fmla="*/ 2048218 w 6984692"/>
              <a:gd name="connsiteY4" fmla="*/ 1618060 h 2542435"/>
              <a:gd name="connsiteX5" fmla="*/ 2703311 w 6984692"/>
              <a:gd name="connsiteY5" fmla="*/ 376114 h 2542435"/>
              <a:gd name="connsiteX6" fmla="*/ 3126391 w 6984692"/>
              <a:gd name="connsiteY6" fmla="*/ 21272 h 2542435"/>
              <a:gd name="connsiteX7" fmla="*/ 3576768 w 6984692"/>
              <a:gd name="connsiteY7" fmla="*/ 198693 h 2542435"/>
              <a:gd name="connsiteX8" fmla="*/ 4327394 w 6984692"/>
              <a:gd name="connsiteY8" fmla="*/ 1481583 h 2542435"/>
              <a:gd name="connsiteX9" fmla="*/ 4886953 w 6984692"/>
              <a:gd name="connsiteY9" fmla="*/ 2123028 h 2542435"/>
              <a:gd name="connsiteX10" fmla="*/ 5243474 w 6984692"/>
              <a:gd name="connsiteY10" fmla="*/ 2223593 h 2542435"/>
              <a:gd name="connsiteX11" fmla="*/ 6185172 w 6984692"/>
              <a:gd name="connsiteY11" fmla="*/ 2411157 h 2542435"/>
              <a:gd name="connsiteX12" fmla="*/ 6897182 w 6984692"/>
              <a:gd name="connsiteY12" fmla="*/ 2541610 h 2542435"/>
              <a:gd name="connsiteX0" fmla="*/ 0 w 7110255"/>
              <a:gd name="connsiteY0" fmla="*/ 2353514 h 2542435"/>
              <a:gd name="connsiteX1" fmla="*/ 788635 w 7110255"/>
              <a:gd name="connsiteY1" fmla="*/ 2283750 h 2542435"/>
              <a:gd name="connsiteX2" fmla="*/ 1354916 w 7110255"/>
              <a:gd name="connsiteY2" fmla="*/ 2273153 h 2542435"/>
              <a:gd name="connsiteX3" fmla="*/ 1696110 w 7110255"/>
              <a:gd name="connsiteY3" fmla="*/ 2109380 h 2542435"/>
              <a:gd name="connsiteX4" fmla="*/ 2173781 w 7110255"/>
              <a:gd name="connsiteY4" fmla="*/ 1618060 h 2542435"/>
              <a:gd name="connsiteX5" fmla="*/ 2828874 w 7110255"/>
              <a:gd name="connsiteY5" fmla="*/ 376114 h 2542435"/>
              <a:gd name="connsiteX6" fmla="*/ 3251954 w 7110255"/>
              <a:gd name="connsiteY6" fmla="*/ 21272 h 2542435"/>
              <a:gd name="connsiteX7" fmla="*/ 3702331 w 7110255"/>
              <a:gd name="connsiteY7" fmla="*/ 198693 h 2542435"/>
              <a:gd name="connsiteX8" fmla="*/ 4452957 w 7110255"/>
              <a:gd name="connsiteY8" fmla="*/ 1481583 h 2542435"/>
              <a:gd name="connsiteX9" fmla="*/ 5012516 w 7110255"/>
              <a:gd name="connsiteY9" fmla="*/ 2123028 h 2542435"/>
              <a:gd name="connsiteX10" fmla="*/ 5369037 w 7110255"/>
              <a:gd name="connsiteY10" fmla="*/ 2223593 h 2542435"/>
              <a:gd name="connsiteX11" fmla="*/ 6310735 w 7110255"/>
              <a:gd name="connsiteY11" fmla="*/ 2411157 h 2542435"/>
              <a:gd name="connsiteX12" fmla="*/ 7022745 w 7110255"/>
              <a:gd name="connsiteY12" fmla="*/ 2541610 h 2542435"/>
              <a:gd name="connsiteX0" fmla="*/ 0 w 7110255"/>
              <a:gd name="connsiteY0" fmla="*/ 2353514 h 2542435"/>
              <a:gd name="connsiteX1" fmla="*/ 788635 w 7110255"/>
              <a:gd name="connsiteY1" fmla="*/ 2283750 h 2542435"/>
              <a:gd name="connsiteX2" fmla="*/ 1354916 w 7110255"/>
              <a:gd name="connsiteY2" fmla="*/ 2273153 h 2542435"/>
              <a:gd name="connsiteX3" fmla="*/ 1696110 w 7110255"/>
              <a:gd name="connsiteY3" fmla="*/ 2109380 h 2542435"/>
              <a:gd name="connsiteX4" fmla="*/ 2173781 w 7110255"/>
              <a:gd name="connsiteY4" fmla="*/ 1618060 h 2542435"/>
              <a:gd name="connsiteX5" fmla="*/ 2828874 w 7110255"/>
              <a:gd name="connsiteY5" fmla="*/ 376114 h 2542435"/>
              <a:gd name="connsiteX6" fmla="*/ 3251954 w 7110255"/>
              <a:gd name="connsiteY6" fmla="*/ 21272 h 2542435"/>
              <a:gd name="connsiteX7" fmla="*/ 3702331 w 7110255"/>
              <a:gd name="connsiteY7" fmla="*/ 198693 h 2542435"/>
              <a:gd name="connsiteX8" fmla="*/ 4452957 w 7110255"/>
              <a:gd name="connsiteY8" fmla="*/ 1481583 h 2542435"/>
              <a:gd name="connsiteX9" fmla="*/ 5060809 w 7110255"/>
              <a:gd name="connsiteY9" fmla="*/ 2055781 h 2542435"/>
              <a:gd name="connsiteX10" fmla="*/ 5369037 w 7110255"/>
              <a:gd name="connsiteY10" fmla="*/ 2223593 h 2542435"/>
              <a:gd name="connsiteX11" fmla="*/ 6310735 w 7110255"/>
              <a:gd name="connsiteY11" fmla="*/ 2411157 h 2542435"/>
              <a:gd name="connsiteX12" fmla="*/ 7022745 w 7110255"/>
              <a:gd name="connsiteY12" fmla="*/ 2541610 h 2542435"/>
              <a:gd name="connsiteX0" fmla="*/ 0 w 7110255"/>
              <a:gd name="connsiteY0" fmla="*/ 2353514 h 2542435"/>
              <a:gd name="connsiteX1" fmla="*/ 788635 w 7110255"/>
              <a:gd name="connsiteY1" fmla="*/ 2283750 h 2542435"/>
              <a:gd name="connsiteX2" fmla="*/ 1345257 w 7110255"/>
              <a:gd name="connsiteY2" fmla="*/ 2234726 h 2542435"/>
              <a:gd name="connsiteX3" fmla="*/ 1696110 w 7110255"/>
              <a:gd name="connsiteY3" fmla="*/ 2109380 h 2542435"/>
              <a:gd name="connsiteX4" fmla="*/ 2173781 w 7110255"/>
              <a:gd name="connsiteY4" fmla="*/ 1618060 h 2542435"/>
              <a:gd name="connsiteX5" fmla="*/ 2828874 w 7110255"/>
              <a:gd name="connsiteY5" fmla="*/ 376114 h 2542435"/>
              <a:gd name="connsiteX6" fmla="*/ 3251954 w 7110255"/>
              <a:gd name="connsiteY6" fmla="*/ 21272 h 2542435"/>
              <a:gd name="connsiteX7" fmla="*/ 3702331 w 7110255"/>
              <a:gd name="connsiteY7" fmla="*/ 198693 h 2542435"/>
              <a:gd name="connsiteX8" fmla="*/ 4452957 w 7110255"/>
              <a:gd name="connsiteY8" fmla="*/ 1481583 h 2542435"/>
              <a:gd name="connsiteX9" fmla="*/ 5060809 w 7110255"/>
              <a:gd name="connsiteY9" fmla="*/ 2055781 h 2542435"/>
              <a:gd name="connsiteX10" fmla="*/ 5369037 w 7110255"/>
              <a:gd name="connsiteY10" fmla="*/ 2223593 h 2542435"/>
              <a:gd name="connsiteX11" fmla="*/ 6310735 w 7110255"/>
              <a:gd name="connsiteY11" fmla="*/ 2411157 h 2542435"/>
              <a:gd name="connsiteX12" fmla="*/ 7022745 w 7110255"/>
              <a:gd name="connsiteY12" fmla="*/ 2541610 h 2542435"/>
              <a:gd name="connsiteX0" fmla="*/ 0 w 7390357"/>
              <a:gd name="connsiteY0" fmla="*/ 2526437 h 2542435"/>
              <a:gd name="connsiteX1" fmla="*/ 1068737 w 7390357"/>
              <a:gd name="connsiteY1" fmla="*/ 2283750 h 2542435"/>
              <a:gd name="connsiteX2" fmla="*/ 1625359 w 7390357"/>
              <a:gd name="connsiteY2" fmla="*/ 2234726 h 2542435"/>
              <a:gd name="connsiteX3" fmla="*/ 1976212 w 7390357"/>
              <a:gd name="connsiteY3" fmla="*/ 2109380 h 2542435"/>
              <a:gd name="connsiteX4" fmla="*/ 2453883 w 7390357"/>
              <a:gd name="connsiteY4" fmla="*/ 1618060 h 2542435"/>
              <a:gd name="connsiteX5" fmla="*/ 3108976 w 7390357"/>
              <a:gd name="connsiteY5" fmla="*/ 376114 h 2542435"/>
              <a:gd name="connsiteX6" fmla="*/ 3532056 w 7390357"/>
              <a:gd name="connsiteY6" fmla="*/ 21272 h 2542435"/>
              <a:gd name="connsiteX7" fmla="*/ 3982433 w 7390357"/>
              <a:gd name="connsiteY7" fmla="*/ 198693 h 2542435"/>
              <a:gd name="connsiteX8" fmla="*/ 4733059 w 7390357"/>
              <a:gd name="connsiteY8" fmla="*/ 1481583 h 2542435"/>
              <a:gd name="connsiteX9" fmla="*/ 5340911 w 7390357"/>
              <a:gd name="connsiteY9" fmla="*/ 2055781 h 2542435"/>
              <a:gd name="connsiteX10" fmla="*/ 5649139 w 7390357"/>
              <a:gd name="connsiteY10" fmla="*/ 2223593 h 2542435"/>
              <a:gd name="connsiteX11" fmla="*/ 6590837 w 7390357"/>
              <a:gd name="connsiteY11" fmla="*/ 2411157 h 2542435"/>
              <a:gd name="connsiteX12" fmla="*/ 7302847 w 7390357"/>
              <a:gd name="connsiteY12" fmla="*/ 2541610 h 2542435"/>
              <a:gd name="connsiteX0" fmla="*/ 0 w 6891018"/>
              <a:gd name="connsiteY0" fmla="*/ 2526437 h 2647715"/>
              <a:gd name="connsiteX1" fmla="*/ 1068737 w 6891018"/>
              <a:gd name="connsiteY1" fmla="*/ 2283750 h 2647715"/>
              <a:gd name="connsiteX2" fmla="*/ 1625359 w 6891018"/>
              <a:gd name="connsiteY2" fmla="*/ 2234726 h 2647715"/>
              <a:gd name="connsiteX3" fmla="*/ 1976212 w 6891018"/>
              <a:gd name="connsiteY3" fmla="*/ 2109380 h 2647715"/>
              <a:gd name="connsiteX4" fmla="*/ 2453883 w 6891018"/>
              <a:gd name="connsiteY4" fmla="*/ 1618060 h 2647715"/>
              <a:gd name="connsiteX5" fmla="*/ 3108976 w 6891018"/>
              <a:gd name="connsiteY5" fmla="*/ 376114 h 2647715"/>
              <a:gd name="connsiteX6" fmla="*/ 3532056 w 6891018"/>
              <a:gd name="connsiteY6" fmla="*/ 21272 h 2647715"/>
              <a:gd name="connsiteX7" fmla="*/ 3982433 w 6891018"/>
              <a:gd name="connsiteY7" fmla="*/ 198693 h 2647715"/>
              <a:gd name="connsiteX8" fmla="*/ 4733059 w 6891018"/>
              <a:gd name="connsiteY8" fmla="*/ 1481583 h 2647715"/>
              <a:gd name="connsiteX9" fmla="*/ 5340911 w 6891018"/>
              <a:gd name="connsiteY9" fmla="*/ 2055781 h 2647715"/>
              <a:gd name="connsiteX10" fmla="*/ 5649139 w 6891018"/>
              <a:gd name="connsiteY10" fmla="*/ 2223593 h 2647715"/>
              <a:gd name="connsiteX11" fmla="*/ 6590837 w 6891018"/>
              <a:gd name="connsiteY11" fmla="*/ 2411157 h 2647715"/>
              <a:gd name="connsiteX12" fmla="*/ 6732984 w 6891018"/>
              <a:gd name="connsiteY12" fmla="*/ 2647285 h 2647715"/>
              <a:gd name="connsiteX0" fmla="*/ 0 w 6630233"/>
              <a:gd name="connsiteY0" fmla="*/ 2536043 h 2647715"/>
              <a:gd name="connsiteX1" fmla="*/ 807952 w 6630233"/>
              <a:gd name="connsiteY1" fmla="*/ 2283750 h 2647715"/>
              <a:gd name="connsiteX2" fmla="*/ 1364574 w 6630233"/>
              <a:gd name="connsiteY2" fmla="*/ 2234726 h 2647715"/>
              <a:gd name="connsiteX3" fmla="*/ 1715427 w 6630233"/>
              <a:gd name="connsiteY3" fmla="*/ 2109380 h 2647715"/>
              <a:gd name="connsiteX4" fmla="*/ 2193098 w 6630233"/>
              <a:gd name="connsiteY4" fmla="*/ 1618060 h 2647715"/>
              <a:gd name="connsiteX5" fmla="*/ 2848191 w 6630233"/>
              <a:gd name="connsiteY5" fmla="*/ 376114 h 2647715"/>
              <a:gd name="connsiteX6" fmla="*/ 3271271 w 6630233"/>
              <a:gd name="connsiteY6" fmla="*/ 21272 h 2647715"/>
              <a:gd name="connsiteX7" fmla="*/ 3721648 w 6630233"/>
              <a:gd name="connsiteY7" fmla="*/ 198693 h 2647715"/>
              <a:gd name="connsiteX8" fmla="*/ 4472274 w 6630233"/>
              <a:gd name="connsiteY8" fmla="*/ 1481583 h 2647715"/>
              <a:gd name="connsiteX9" fmla="*/ 5080126 w 6630233"/>
              <a:gd name="connsiteY9" fmla="*/ 2055781 h 2647715"/>
              <a:gd name="connsiteX10" fmla="*/ 5388354 w 6630233"/>
              <a:gd name="connsiteY10" fmla="*/ 2223593 h 2647715"/>
              <a:gd name="connsiteX11" fmla="*/ 6330052 w 6630233"/>
              <a:gd name="connsiteY11" fmla="*/ 2411157 h 2647715"/>
              <a:gd name="connsiteX12" fmla="*/ 6472199 w 6630233"/>
              <a:gd name="connsiteY12" fmla="*/ 2647285 h 2647715"/>
              <a:gd name="connsiteX0" fmla="*/ 0 w 6622706"/>
              <a:gd name="connsiteY0" fmla="*/ 2536043 h 2609379"/>
              <a:gd name="connsiteX1" fmla="*/ 807952 w 6622706"/>
              <a:gd name="connsiteY1" fmla="*/ 2283750 h 2609379"/>
              <a:gd name="connsiteX2" fmla="*/ 1364574 w 6622706"/>
              <a:gd name="connsiteY2" fmla="*/ 2234726 h 2609379"/>
              <a:gd name="connsiteX3" fmla="*/ 1715427 w 6622706"/>
              <a:gd name="connsiteY3" fmla="*/ 2109380 h 2609379"/>
              <a:gd name="connsiteX4" fmla="*/ 2193098 w 6622706"/>
              <a:gd name="connsiteY4" fmla="*/ 1618060 h 2609379"/>
              <a:gd name="connsiteX5" fmla="*/ 2848191 w 6622706"/>
              <a:gd name="connsiteY5" fmla="*/ 376114 h 2609379"/>
              <a:gd name="connsiteX6" fmla="*/ 3271271 w 6622706"/>
              <a:gd name="connsiteY6" fmla="*/ 21272 h 2609379"/>
              <a:gd name="connsiteX7" fmla="*/ 3721648 w 6622706"/>
              <a:gd name="connsiteY7" fmla="*/ 198693 h 2609379"/>
              <a:gd name="connsiteX8" fmla="*/ 4472274 w 6622706"/>
              <a:gd name="connsiteY8" fmla="*/ 1481583 h 2609379"/>
              <a:gd name="connsiteX9" fmla="*/ 5080126 w 6622706"/>
              <a:gd name="connsiteY9" fmla="*/ 2055781 h 2609379"/>
              <a:gd name="connsiteX10" fmla="*/ 5388354 w 6622706"/>
              <a:gd name="connsiteY10" fmla="*/ 2223593 h 2609379"/>
              <a:gd name="connsiteX11" fmla="*/ 6330052 w 6622706"/>
              <a:gd name="connsiteY11" fmla="*/ 2411157 h 2609379"/>
              <a:gd name="connsiteX12" fmla="*/ 6462541 w 6622706"/>
              <a:gd name="connsiteY12" fmla="*/ 2608858 h 2609379"/>
              <a:gd name="connsiteX0" fmla="*/ 0 w 6630234"/>
              <a:gd name="connsiteY0" fmla="*/ 2536043 h 2580655"/>
              <a:gd name="connsiteX1" fmla="*/ 807952 w 6630234"/>
              <a:gd name="connsiteY1" fmla="*/ 2283750 h 2580655"/>
              <a:gd name="connsiteX2" fmla="*/ 1364574 w 6630234"/>
              <a:gd name="connsiteY2" fmla="*/ 2234726 h 2580655"/>
              <a:gd name="connsiteX3" fmla="*/ 1715427 w 6630234"/>
              <a:gd name="connsiteY3" fmla="*/ 2109380 h 2580655"/>
              <a:gd name="connsiteX4" fmla="*/ 2193098 w 6630234"/>
              <a:gd name="connsiteY4" fmla="*/ 1618060 h 2580655"/>
              <a:gd name="connsiteX5" fmla="*/ 2848191 w 6630234"/>
              <a:gd name="connsiteY5" fmla="*/ 376114 h 2580655"/>
              <a:gd name="connsiteX6" fmla="*/ 3271271 w 6630234"/>
              <a:gd name="connsiteY6" fmla="*/ 21272 h 2580655"/>
              <a:gd name="connsiteX7" fmla="*/ 3721648 w 6630234"/>
              <a:gd name="connsiteY7" fmla="*/ 198693 h 2580655"/>
              <a:gd name="connsiteX8" fmla="*/ 4472274 w 6630234"/>
              <a:gd name="connsiteY8" fmla="*/ 1481583 h 2580655"/>
              <a:gd name="connsiteX9" fmla="*/ 5080126 w 6630234"/>
              <a:gd name="connsiteY9" fmla="*/ 2055781 h 2580655"/>
              <a:gd name="connsiteX10" fmla="*/ 5388354 w 6630234"/>
              <a:gd name="connsiteY10" fmla="*/ 2223593 h 2580655"/>
              <a:gd name="connsiteX11" fmla="*/ 6330052 w 6630234"/>
              <a:gd name="connsiteY11" fmla="*/ 2411157 h 2580655"/>
              <a:gd name="connsiteX12" fmla="*/ 6472200 w 6630234"/>
              <a:gd name="connsiteY12" fmla="*/ 2580037 h 2580655"/>
              <a:gd name="connsiteX0" fmla="*/ 0 w 6638819"/>
              <a:gd name="connsiteY0" fmla="*/ 2536043 h 2580655"/>
              <a:gd name="connsiteX1" fmla="*/ 807952 w 6638819"/>
              <a:gd name="connsiteY1" fmla="*/ 2283750 h 2580655"/>
              <a:gd name="connsiteX2" fmla="*/ 1364574 w 6638819"/>
              <a:gd name="connsiteY2" fmla="*/ 2234726 h 2580655"/>
              <a:gd name="connsiteX3" fmla="*/ 1715427 w 6638819"/>
              <a:gd name="connsiteY3" fmla="*/ 2109380 h 2580655"/>
              <a:gd name="connsiteX4" fmla="*/ 2193098 w 6638819"/>
              <a:gd name="connsiteY4" fmla="*/ 1618060 h 2580655"/>
              <a:gd name="connsiteX5" fmla="*/ 2848191 w 6638819"/>
              <a:gd name="connsiteY5" fmla="*/ 376114 h 2580655"/>
              <a:gd name="connsiteX6" fmla="*/ 3271271 w 6638819"/>
              <a:gd name="connsiteY6" fmla="*/ 21272 h 2580655"/>
              <a:gd name="connsiteX7" fmla="*/ 3721648 w 6638819"/>
              <a:gd name="connsiteY7" fmla="*/ 198693 h 2580655"/>
              <a:gd name="connsiteX8" fmla="*/ 4472274 w 6638819"/>
              <a:gd name="connsiteY8" fmla="*/ 1481583 h 2580655"/>
              <a:gd name="connsiteX9" fmla="*/ 5080126 w 6638819"/>
              <a:gd name="connsiteY9" fmla="*/ 2055781 h 2580655"/>
              <a:gd name="connsiteX10" fmla="*/ 5388354 w 6638819"/>
              <a:gd name="connsiteY10" fmla="*/ 2223593 h 2580655"/>
              <a:gd name="connsiteX11" fmla="*/ 6330052 w 6638819"/>
              <a:gd name="connsiteY11" fmla="*/ 2411157 h 2580655"/>
              <a:gd name="connsiteX12" fmla="*/ 6472200 w 6638819"/>
              <a:gd name="connsiteY12" fmla="*/ 2580037 h 2580655"/>
              <a:gd name="connsiteX0" fmla="*/ 0 w 6765097"/>
              <a:gd name="connsiteY0" fmla="*/ 2536043 h 2536043"/>
              <a:gd name="connsiteX1" fmla="*/ 807952 w 6765097"/>
              <a:gd name="connsiteY1" fmla="*/ 2283750 h 2536043"/>
              <a:gd name="connsiteX2" fmla="*/ 1364574 w 6765097"/>
              <a:gd name="connsiteY2" fmla="*/ 2234726 h 2536043"/>
              <a:gd name="connsiteX3" fmla="*/ 1715427 w 6765097"/>
              <a:gd name="connsiteY3" fmla="*/ 2109380 h 2536043"/>
              <a:gd name="connsiteX4" fmla="*/ 2193098 w 6765097"/>
              <a:gd name="connsiteY4" fmla="*/ 1618060 h 2536043"/>
              <a:gd name="connsiteX5" fmla="*/ 2848191 w 6765097"/>
              <a:gd name="connsiteY5" fmla="*/ 376114 h 2536043"/>
              <a:gd name="connsiteX6" fmla="*/ 3271271 w 6765097"/>
              <a:gd name="connsiteY6" fmla="*/ 21272 h 2536043"/>
              <a:gd name="connsiteX7" fmla="*/ 3721648 w 6765097"/>
              <a:gd name="connsiteY7" fmla="*/ 198693 h 2536043"/>
              <a:gd name="connsiteX8" fmla="*/ 4472274 w 6765097"/>
              <a:gd name="connsiteY8" fmla="*/ 1481583 h 2536043"/>
              <a:gd name="connsiteX9" fmla="*/ 5080126 w 6765097"/>
              <a:gd name="connsiteY9" fmla="*/ 2055781 h 2536043"/>
              <a:gd name="connsiteX10" fmla="*/ 5388354 w 6765097"/>
              <a:gd name="connsiteY10" fmla="*/ 2223593 h 2536043"/>
              <a:gd name="connsiteX11" fmla="*/ 6330052 w 6765097"/>
              <a:gd name="connsiteY11" fmla="*/ 2411157 h 2536043"/>
              <a:gd name="connsiteX12" fmla="*/ 6626739 w 6765097"/>
              <a:gd name="connsiteY12" fmla="*/ 2532003 h 2536043"/>
              <a:gd name="connsiteX0" fmla="*/ 0 w 6727811"/>
              <a:gd name="connsiteY0" fmla="*/ 2536043 h 2573427"/>
              <a:gd name="connsiteX1" fmla="*/ 807952 w 6727811"/>
              <a:gd name="connsiteY1" fmla="*/ 2283750 h 2573427"/>
              <a:gd name="connsiteX2" fmla="*/ 1364574 w 6727811"/>
              <a:gd name="connsiteY2" fmla="*/ 2234726 h 2573427"/>
              <a:gd name="connsiteX3" fmla="*/ 1715427 w 6727811"/>
              <a:gd name="connsiteY3" fmla="*/ 2109380 h 2573427"/>
              <a:gd name="connsiteX4" fmla="*/ 2193098 w 6727811"/>
              <a:gd name="connsiteY4" fmla="*/ 1618060 h 2573427"/>
              <a:gd name="connsiteX5" fmla="*/ 2848191 w 6727811"/>
              <a:gd name="connsiteY5" fmla="*/ 376114 h 2573427"/>
              <a:gd name="connsiteX6" fmla="*/ 3271271 w 6727811"/>
              <a:gd name="connsiteY6" fmla="*/ 21272 h 2573427"/>
              <a:gd name="connsiteX7" fmla="*/ 3721648 w 6727811"/>
              <a:gd name="connsiteY7" fmla="*/ 198693 h 2573427"/>
              <a:gd name="connsiteX8" fmla="*/ 4472274 w 6727811"/>
              <a:gd name="connsiteY8" fmla="*/ 1481583 h 2573427"/>
              <a:gd name="connsiteX9" fmla="*/ 5080126 w 6727811"/>
              <a:gd name="connsiteY9" fmla="*/ 2055781 h 2573427"/>
              <a:gd name="connsiteX10" fmla="*/ 5388354 w 6727811"/>
              <a:gd name="connsiteY10" fmla="*/ 2223593 h 2573427"/>
              <a:gd name="connsiteX11" fmla="*/ 6330052 w 6727811"/>
              <a:gd name="connsiteY11" fmla="*/ 2411157 h 2573427"/>
              <a:gd name="connsiteX12" fmla="*/ 6626739 w 6727811"/>
              <a:gd name="connsiteY12" fmla="*/ 2532003 h 2573427"/>
              <a:gd name="connsiteX0" fmla="*/ 0 w 6731925"/>
              <a:gd name="connsiteY0" fmla="*/ 2536043 h 2537379"/>
              <a:gd name="connsiteX1" fmla="*/ 807952 w 6731925"/>
              <a:gd name="connsiteY1" fmla="*/ 2283750 h 2537379"/>
              <a:gd name="connsiteX2" fmla="*/ 1364574 w 6731925"/>
              <a:gd name="connsiteY2" fmla="*/ 2234726 h 2537379"/>
              <a:gd name="connsiteX3" fmla="*/ 1715427 w 6731925"/>
              <a:gd name="connsiteY3" fmla="*/ 2109380 h 2537379"/>
              <a:gd name="connsiteX4" fmla="*/ 2193098 w 6731925"/>
              <a:gd name="connsiteY4" fmla="*/ 1618060 h 2537379"/>
              <a:gd name="connsiteX5" fmla="*/ 2848191 w 6731925"/>
              <a:gd name="connsiteY5" fmla="*/ 376114 h 2537379"/>
              <a:gd name="connsiteX6" fmla="*/ 3271271 w 6731925"/>
              <a:gd name="connsiteY6" fmla="*/ 21272 h 2537379"/>
              <a:gd name="connsiteX7" fmla="*/ 3721648 w 6731925"/>
              <a:gd name="connsiteY7" fmla="*/ 198693 h 2537379"/>
              <a:gd name="connsiteX8" fmla="*/ 4472274 w 6731925"/>
              <a:gd name="connsiteY8" fmla="*/ 1481583 h 2537379"/>
              <a:gd name="connsiteX9" fmla="*/ 5080126 w 6731925"/>
              <a:gd name="connsiteY9" fmla="*/ 2055781 h 2537379"/>
              <a:gd name="connsiteX10" fmla="*/ 5388354 w 6731925"/>
              <a:gd name="connsiteY10" fmla="*/ 2223593 h 2537379"/>
              <a:gd name="connsiteX11" fmla="*/ 6330052 w 6731925"/>
              <a:gd name="connsiteY11" fmla="*/ 2411157 h 2537379"/>
              <a:gd name="connsiteX12" fmla="*/ 6626739 w 6731925"/>
              <a:gd name="connsiteY12" fmla="*/ 2532003 h 2537379"/>
              <a:gd name="connsiteX0" fmla="*/ 0 w 6956352"/>
              <a:gd name="connsiteY0" fmla="*/ 2536043 h 2574692"/>
              <a:gd name="connsiteX1" fmla="*/ 807952 w 6956352"/>
              <a:gd name="connsiteY1" fmla="*/ 2283750 h 2574692"/>
              <a:gd name="connsiteX2" fmla="*/ 1364574 w 6956352"/>
              <a:gd name="connsiteY2" fmla="*/ 2234726 h 2574692"/>
              <a:gd name="connsiteX3" fmla="*/ 1715427 w 6956352"/>
              <a:gd name="connsiteY3" fmla="*/ 2109380 h 2574692"/>
              <a:gd name="connsiteX4" fmla="*/ 2193098 w 6956352"/>
              <a:gd name="connsiteY4" fmla="*/ 1618060 h 2574692"/>
              <a:gd name="connsiteX5" fmla="*/ 2848191 w 6956352"/>
              <a:gd name="connsiteY5" fmla="*/ 376114 h 2574692"/>
              <a:gd name="connsiteX6" fmla="*/ 3271271 w 6956352"/>
              <a:gd name="connsiteY6" fmla="*/ 21272 h 2574692"/>
              <a:gd name="connsiteX7" fmla="*/ 3721648 w 6956352"/>
              <a:gd name="connsiteY7" fmla="*/ 198693 h 2574692"/>
              <a:gd name="connsiteX8" fmla="*/ 4472274 w 6956352"/>
              <a:gd name="connsiteY8" fmla="*/ 1481583 h 2574692"/>
              <a:gd name="connsiteX9" fmla="*/ 5080126 w 6956352"/>
              <a:gd name="connsiteY9" fmla="*/ 2055781 h 2574692"/>
              <a:gd name="connsiteX10" fmla="*/ 5388354 w 6956352"/>
              <a:gd name="connsiteY10" fmla="*/ 2223593 h 2574692"/>
              <a:gd name="connsiteX11" fmla="*/ 6330052 w 6956352"/>
              <a:gd name="connsiteY11" fmla="*/ 2411157 h 2574692"/>
              <a:gd name="connsiteX12" fmla="*/ 6877865 w 6956352"/>
              <a:gd name="connsiteY12" fmla="*/ 2570431 h 2574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956352" h="2574692">
                <a:moveTo>
                  <a:pt x="0" y="2536043"/>
                </a:moveTo>
                <a:cubicBezTo>
                  <a:pt x="246797" y="2524670"/>
                  <a:pt x="580523" y="2333970"/>
                  <a:pt x="807952" y="2283750"/>
                </a:cubicBezTo>
                <a:cubicBezTo>
                  <a:pt x="1035381" y="2233531"/>
                  <a:pt x="1213328" y="2263788"/>
                  <a:pt x="1364574" y="2234726"/>
                </a:cubicBezTo>
                <a:cubicBezTo>
                  <a:pt x="1515820" y="2205664"/>
                  <a:pt x="1577340" y="2212158"/>
                  <a:pt x="1715427" y="2109380"/>
                </a:cubicBezTo>
                <a:cubicBezTo>
                  <a:pt x="1853514" y="2006602"/>
                  <a:pt x="2004304" y="1906938"/>
                  <a:pt x="2193098" y="1618060"/>
                </a:cubicBezTo>
                <a:cubicBezTo>
                  <a:pt x="2381892" y="1329182"/>
                  <a:pt x="2668496" y="642245"/>
                  <a:pt x="2848191" y="376114"/>
                </a:cubicBezTo>
                <a:cubicBezTo>
                  <a:pt x="3027887" y="109983"/>
                  <a:pt x="3125695" y="50842"/>
                  <a:pt x="3271271" y="21272"/>
                </a:cubicBezTo>
                <a:cubicBezTo>
                  <a:pt x="3416847" y="-8298"/>
                  <a:pt x="3521481" y="-44692"/>
                  <a:pt x="3721648" y="198693"/>
                </a:cubicBezTo>
                <a:cubicBezTo>
                  <a:pt x="3921815" y="442078"/>
                  <a:pt x="4245861" y="1172068"/>
                  <a:pt x="4472274" y="1481583"/>
                </a:cubicBezTo>
                <a:cubicBezTo>
                  <a:pt x="4698687" y="1791098"/>
                  <a:pt x="4927446" y="1932113"/>
                  <a:pt x="5080126" y="2055781"/>
                </a:cubicBezTo>
                <a:cubicBezTo>
                  <a:pt x="5232806" y="2179449"/>
                  <a:pt x="5180033" y="2164364"/>
                  <a:pt x="5388354" y="2223593"/>
                </a:cubicBezTo>
                <a:cubicBezTo>
                  <a:pt x="5596675" y="2282822"/>
                  <a:pt x="6081800" y="2353351"/>
                  <a:pt x="6330052" y="2411157"/>
                </a:cubicBezTo>
                <a:cubicBezTo>
                  <a:pt x="6578304" y="2468963"/>
                  <a:pt x="7168053" y="2599898"/>
                  <a:pt x="6877865" y="2570431"/>
                </a:cubicBez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solidFill>
              <a:srgbClr val="0070C0"/>
            </a:solidFill>
          </a:ln>
          <a:effectLst>
            <a:reflection blurRad="203200" stA="0" endPos="65000" dist="508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 23"/>
          <p:cNvSpPr/>
          <p:nvPr/>
        </p:nvSpPr>
        <p:spPr>
          <a:xfrm>
            <a:off x="8828184" y="424670"/>
            <a:ext cx="3133356" cy="2742372"/>
          </a:xfrm>
          <a:custGeom>
            <a:avLst/>
            <a:gdLst>
              <a:gd name="connsiteX0" fmla="*/ 0 w 6875362"/>
              <a:gd name="connsiteY0" fmla="*/ 3450164 h 3463483"/>
              <a:gd name="connsiteX1" fmla="*/ 544011 w 6875362"/>
              <a:gd name="connsiteY1" fmla="*/ 3450164 h 3463483"/>
              <a:gd name="connsiteX2" fmla="*/ 1111170 w 6875362"/>
              <a:gd name="connsiteY2" fmla="*/ 3392290 h 3463483"/>
              <a:gd name="connsiteX3" fmla="*/ 1423686 w 6875362"/>
              <a:gd name="connsiteY3" fmla="*/ 3195521 h 3463483"/>
              <a:gd name="connsiteX4" fmla="*/ 1655180 w 6875362"/>
              <a:gd name="connsiteY4" fmla="*/ 3033475 h 3463483"/>
              <a:gd name="connsiteX5" fmla="*/ 2013995 w 6875362"/>
              <a:gd name="connsiteY5" fmla="*/ 2582063 h 3463483"/>
              <a:gd name="connsiteX6" fmla="*/ 2893671 w 6875362"/>
              <a:gd name="connsiteY6" fmla="*/ 730113 h 3463483"/>
              <a:gd name="connsiteX7" fmla="*/ 3264061 w 6875362"/>
              <a:gd name="connsiteY7" fmla="*/ 116655 h 3463483"/>
              <a:gd name="connsiteX8" fmla="*/ 3599727 w 6875362"/>
              <a:gd name="connsiteY8" fmla="*/ 35632 h 3463483"/>
              <a:gd name="connsiteX9" fmla="*/ 3993266 w 6875362"/>
              <a:gd name="connsiteY9" fmla="*/ 533344 h 3463483"/>
              <a:gd name="connsiteX10" fmla="*/ 4352081 w 6875362"/>
              <a:gd name="connsiteY10" fmla="*/ 1366721 h 3463483"/>
              <a:gd name="connsiteX11" fmla="*/ 4780345 w 6875362"/>
              <a:gd name="connsiteY11" fmla="*/ 2304270 h 3463483"/>
              <a:gd name="connsiteX12" fmla="*/ 5197033 w 6875362"/>
              <a:gd name="connsiteY12" fmla="*/ 2987176 h 3463483"/>
              <a:gd name="connsiteX13" fmla="*/ 5590573 w 6875362"/>
              <a:gd name="connsiteY13" fmla="*/ 3288118 h 3463483"/>
              <a:gd name="connsiteX14" fmla="*/ 6180881 w 6875362"/>
              <a:gd name="connsiteY14" fmla="*/ 3438589 h 3463483"/>
              <a:gd name="connsiteX15" fmla="*/ 6875362 w 6875362"/>
              <a:gd name="connsiteY15" fmla="*/ 3461738 h 3463483"/>
              <a:gd name="connsiteX0" fmla="*/ 0 w 6875362"/>
              <a:gd name="connsiteY0" fmla="*/ 3450164 h 3463483"/>
              <a:gd name="connsiteX1" fmla="*/ 544011 w 6875362"/>
              <a:gd name="connsiteY1" fmla="*/ 3450164 h 3463483"/>
              <a:gd name="connsiteX2" fmla="*/ 1111170 w 6875362"/>
              <a:gd name="connsiteY2" fmla="*/ 3392290 h 3463483"/>
              <a:gd name="connsiteX3" fmla="*/ 1423686 w 6875362"/>
              <a:gd name="connsiteY3" fmla="*/ 3195521 h 3463483"/>
              <a:gd name="connsiteX4" fmla="*/ 1655180 w 6875362"/>
              <a:gd name="connsiteY4" fmla="*/ 3033475 h 3463483"/>
              <a:gd name="connsiteX5" fmla="*/ 2013995 w 6875362"/>
              <a:gd name="connsiteY5" fmla="*/ 2582063 h 3463483"/>
              <a:gd name="connsiteX6" fmla="*/ 2893671 w 6875362"/>
              <a:gd name="connsiteY6" fmla="*/ 730113 h 3463483"/>
              <a:gd name="connsiteX7" fmla="*/ 3264061 w 6875362"/>
              <a:gd name="connsiteY7" fmla="*/ 116655 h 3463483"/>
              <a:gd name="connsiteX8" fmla="*/ 3599727 w 6875362"/>
              <a:gd name="connsiteY8" fmla="*/ 35632 h 3463483"/>
              <a:gd name="connsiteX9" fmla="*/ 3993266 w 6875362"/>
              <a:gd name="connsiteY9" fmla="*/ 533344 h 3463483"/>
              <a:gd name="connsiteX10" fmla="*/ 4583575 w 6875362"/>
              <a:gd name="connsiteY10" fmla="*/ 3230245 h 3463483"/>
              <a:gd name="connsiteX11" fmla="*/ 4780345 w 6875362"/>
              <a:gd name="connsiteY11" fmla="*/ 2304270 h 3463483"/>
              <a:gd name="connsiteX12" fmla="*/ 5197033 w 6875362"/>
              <a:gd name="connsiteY12" fmla="*/ 2987176 h 3463483"/>
              <a:gd name="connsiteX13" fmla="*/ 5590573 w 6875362"/>
              <a:gd name="connsiteY13" fmla="*/ 3288118 h 3463483"/>
              <a:gd name="connsiteX14" fmla="*/ 6180881 w 6875362"/>
              <a:gd name="connsiteY14" fmla="*/ 3438589 h 3463483"/>
              <a:gd name="connsiteX15" fmla="*/ 6875362 w 6875362"/>
              <a:gd name="connsiteY15" fmla="*/ 3461738 h 3463483"/>
              <a:gd name="connsiteX0" fmla="*/ 0 w 6875362"/>
              <a:gd name="connsiteY0" fmla="*/ 3450164 h 3463483"/>
              <a:gd name="connsiteX1" fmla="*/ 544011 w 6875362"/>
              <a:gd name="connsiteY1" fmla="*/ 3450164 h 3463483"/>
              <a:gd name="connsiteX2" fmla="*/ 1111170 w 6875362"/>
              <a:gd name="connsiteY2" fmla="*/ 3392290 h 3463483"/>
              <a:gd name="connsiteX3" fmla="*/ 1423686 w 6875362"/>
              <a:gd name="connsiteY3" fmla="*/ 3195521 h 3463483"/>
              <a:gd name="connsiteX4" fmla="*/ 1655180 w 6875362"/>
              <a:gd name="connsiteY4" fmla="*/ 3033475 h 3463483"/>
              <a:gd name="connsiteX5" fmla="*/ 2013995 w 6875362"/>
              <a:gd name="connsiteY5" fmla="*/ 2582063 h 3463483"/>
              <a:gd name="connsiteX6" fmla="*/ 2893671 w 6875362"/>
              <a:gd name="connsiteY6" fmla="*/ 730113 h 3463483"/>
              <a:gd name="connsiteX7" fmla="*/ 3264061 w 6875362"/>
              <a:gd name="connsiteY7" fmla="*/ 116655 h 3463483"/>
              <a:gd name="connsiteX8" fmla="*/ 3599727 w 6875362"/>
              <a:gd name="connsiteY8" fmla="*/ 35632 h 3463483"/>
              <a:gd name="connsiteX9" fmla="*/ 3993266 w 6875362"/>
              <a:gd name="connsiteY9" fmla="*/ 533344 h 3463483"/>
              <a:gd name="connsiteX10" fmla="*/ 4930815 w 6875362"/>
              <a:gd name="connsiteY10" fmla="*/ 1910731 h 3463483"/>
              <a:gd name="connsiteX11" fmla="*/ 4780345 w 6875362"/>
              <a:gd name="connsiteY11" fmla="*/ 2304270 h 3463483"/>
              <a:gd name="connsiteX12" fmla="*/ 5197033 w 6875362"/>
              <a:gd name="connsiteY12" fmla="*/ 2987176 h 3463483"/>
              <a:gd name="connsiteX13" fmla="*/ 5590573 w 6875362"/>
              <a:gd name="connsiteY13" fmla="*/ 3288118 h 3463483"/>
              <a:gd name="connsiteX14" fmla="*/ 6180881 w 6875362"/>
              <a:gd name="connsiteY14" fmla="*/ 3438589 h 3463483"/>
              <a:gd name="connsiteX15" fmla="*/ 6875362 w 6875362"/>
              <a:gd name="connsiteY15" fmla="*/ 3461738 h 3463483"/>
              <a:gd name="connsiteX0" fmla="*/ 0 w 6875362"/>
              <a:gd name="connsiteY0" fmla="*/ 3450164 h 3463483"/>
              <a:gd name="connsiteX1" fmla="*/ 544011 w 6875362"/>
              <a:gd name="connsiteY1" fmla="*/ 3450164 h 3463483"/>
              <a:gd name="connsiteX2" fmla="*/ 1111170 w 6875362"/>
              <a:gd name="connsiteY2" fmla="*/ 3392290 h 3463483"/>
              <a:gd name="connsiteX3" fmla="*/ 1423686 w 6875362"/>
              <a:gd name="connsiteY3" fmla="*/ 3195521 h 3463483"/>
              <a:gd name="connsiteX4" fmla="*/ 1655180 w 6875362"/>
              <a:gd name="connsiteY4" fmla="*/ 3033475 h 3463483"/>
              <a:gd name="connsiteX5" fmla="*/ 2013995 w 6875362"/>
              <a:gd name="connsiteY5" fmla="*/ 2582063 h 3463483"/>
              <a:gd name="connsiteX6" fmla="*/ 2893671 w 6875362"/>
              <a:gd name="connsiteY6" fmla="*/ 730113 h 3463483"/>
              <a:gd name="connsiteX7" fmla="*/ 3264061 w 6875362"/>
              <a:gd name="connsiteY7" fmla="*/ 116655 h 3463483"/>
              <a:gd name="connsiteX8" fmla="*/ 3599727 w 6875362"/>
              <a:gd name="connsiteY8" fmla="*/ 35632 h 3463483"/>
              <a:gd name="connsiteX9" fmla="*/ 3993266 w 6875362"/>
              <a:gd name="connsiteY9" fmla="*/ 533344 h 3463483"/>
              <a:gd name="connsiteX10" fmla="*/ 4930815 w 6875362"/>
              <a:gd name="connsiteY10" fmla="*/ 1910731 h 3463483"/>
              <a:gd name="connsiteX11" fmla="*/ 5081287 w 6875362"/>
              <a:gd name="connsiteY11" fmla="*/ 2327419 h 3463483"/>
              <a:gd name="connsiteX12" fmla="*/ 5197033 w 6875362"/>
              <a:gd name="connsiteY12" fmla="*/ 2987176 h 3463483"/>
              <a:gd name="connsiteX13" fmla="*/ 5590573 w 6875362"/>
              <a:gd name="connsiteY13" fmla="*/ 3288118 h 3463483"/>
              <a:gd name="connsiteX14" fmla="*/ 6180881 w 6875362"/>
              <a:gd name="connsiteY14" fmla="*/ 3438589 h 3463483"/>
              <a:gd name="connsiteX15" fmla="*/ 6875362 w 6875362"/>
              <a:gd name="connsiteY15" fmla="*/ 3461738 h 3463483"/>
              <a:gd name="connsiteX0" fmla="*/ 0 w 6875362"/>
              <a:gd name="connsiteY0" fmla="*/ 3450164 h 3463483"/>
              <a:gd name="connsiteX1" fmla="*/ 544011 w 6875362"/>
              <a:gd name="connsiteY1" fmla="*/ 3450164 h 3463483"/>
              <a:gd name="connsiteX2" fmla="*/ 1111170 w 6875362"/>
              <a:gd name="connsiteY2" fmla="*/ 3392290 h 3463483"/>
              <a:gd name="connsiteX3" fmla="*/ 1423686 w 6875362"/>
              <a:gd name="connsiteY3" fmla="*/ 3195521 h 3463483"/>
              <a:gd name="connsiteX4" fmla="*/ 1655180 w 6875362"/>
              <a:gd name="connsiteY4" fmla="*/ 3033475 h 3463483"/>
              <a:gd name="connsiteX5" fmla="*/ 2013995 w 6875362"/>
              <a:gd name="connsiteY5" fmla="*/ 2582063 h 3463483"/>
              <a:gd name="connsiteX6" fmla="*/ 2893671 w 6875362"/>
              <a:gd name="connsiteY6" fmla="*/ 730113 h 3463483"/>
              <a:gd name="connsiteX7" fmla="*/ 3264061 w 6875362"/>
              <a:gd name="connsiteY7" fmla="*/ 116655 h 3463483"/>
              <a:gd name="connsiteX8" fmla="*/ 3599727 w 6875362"/>
              <a:gd name="connsiteY8" fmla="*/ 35632 h 3463483"/>
              <a:gd name="connsiteX9" fmla="*/ 3993266 w 6875362"/>
              <a:gd name="connsiteY9" fmla="*/ 533344 h 3463483"/>
              <a:gd name="connsiteX10" fmla="*/ 4930815 w 6875362"/>
              <a:gd name="connsiteY10" fmla="*/ 1910731 h 3463483"/>
              <a:gd name="connsiteX11" fmla="*/ 5081287 w 6875362"/>
              <a:gd name="connsiteY11" fmla="*/ 2327419 h 3463483"/>
              <a:gd name="connsiteX12" fmla="*/ 5497975 w 6875362"/>
              <a:gd name="connsiteY12" fmla="*/ 2940878 h 3463483"/>
              <a:gd name="connsiteX13" fmla="*/ 5590573 w 6875362"/>
              <a:gd name="connsiteY13" fmla="*/ 3288118 h 3463483"/>
              <a:gd name="connsiteX14" fmla="*/ 6180881 w 6875362"/>
              <a:gd name="connsiteY14" fmla="*/ 3438589 h 3463483"/>
              <a:gd name="connsiteX15" fmla="*/ 6875362 w 6875362"/>
              <a:gd name="connsiteY15" fmla="*/ 3461738 h 3463483"/>
              <a:gd name="connsiteX0" fmla="*/ 0 w 6875362"/>
              <a:gd name="connsiteY0" fmla="*/ 3450164 h 3465399"/>
              <a:gd name="connsiteX1" fmla="*/ 544011 w 6875362"/>
              <a:gd name="connsiteY1" fmla="*/ 3450164 h 3465399"/>
              <a:gd name="connsiteX2" fmla="*/ 1111170 w 6875362"/>
              <a:gd name="connsiteY2" fmla="*/ 3392290 h 3465399"/>
              <a:gd name="connsiteX3" fmla="*/ 1423686 w 6875362"/>
              <a:gd name="connsiteY3" fmla="*/ 3195521 h 3465399"/>
              <a:gd name="connsiteX4" fmla="*/ 1655180 w 6875362"/>
              <a:gd name="connsiteY4" fmla="*/ 3033475 h 3465399"/>
              <a:gd name="connsiteX5" fmla="*/ 2013995 w 6875362"/>
              <a:gd name="connsiteY5" fmla="*/ 2582063 h 3465399"/>
              <a:gd name="connsiteX6" fmla="*/ 2893671 w 6875362"/>
              <a:gd name="connsiteY6" fmla="*/ 730113 h 3465399"/>
              <a:gd name="connsiteX7" fmla="*/ 3264061 w 6875362"/>
              <a:gd name="connsiteY7" fmla="*/ 116655 h 3465399"/>
              <a:gd name="connsiteX8" fmla="*/ 3599727 w 6875362"/>
              <a:gd name="connsiteY8" fmla="*/ 35632 h 3465399"/>
              <a:gd name="connsiteX9" fmla="*/ 3993266 w 6875362"/>
              <a:gd name="connsiteY9" fmla="*/ 533344 h 3465399"/>
              <a:gd name="connsiteX10" fmla="*/ 4930815 w 6875362"/>
              <a:gd name="connsiteY10" fmla="*/ 1910731 h 3465399"/>
              <a:gd name="connsiteX11" fmla="*/ 5081287 w 6875362"/>
              <a:gd name="connsiteY11" fmla="*/ 2327419 h 3465399"/>
              <a:gd name="connsiteX12" fmla="*/ 5497975 w 6875362"/>
              <a:gd name="connsiteY12" fmla="*/ 2940878 h 3465399"/>
              <a:gd name="connsiteX13" fmla="*/ 5891514 w 6875362"/>
              <a:gd name="connsiteY13" fmla="*/ 3241820 h 3465399"/>
              <a:gd name="connsiteX14" fmla="*/ 6180881 w 6875362"/>
              <a:gd name="connsiteY14" fmla="*/ 3438589 h 3465399"/>
              <a:gd name="connsiteX15" fmla="*/ 6875362 w 6875362"/>
              <a:gd name="connsiteY15" fmla="*/ 3461738 h 3465399"/>
              <a:gd name="connsiteX0" fmla="*/ 0 w 6875362"/>
              <a:gd name="connsiteY0" fmla="*/ 3450164 h 3465399"/>
              <a:gd name="connsiteX1" fmla="*/ 544011 w 6875362"/>
              <a:gd name="connsiteY1" fmla="*/ 3450164 h 3465399"/>
              <a:gd name="connsiteX2" fmla="*/ 1111170 w 6875362"/>
              <a:gd name="connsiteY2" fmla="*/ 3392290 h 3465399"/>
              <a:gd name="connsiteX3" fmla="*/ 1423686 w 6875362"/>
              <a:gd name="connsiteY3" fmla="*/ 3195521 h 3465399"/>
              <a:gd name="connsiteX4" fmla="*/ 1655180 w 6875362"/>
              <a:gd name="connsiteY4" fmla="*/ 3033475 h 3465399"/>
              <a:gd name="connsiteX5" fmla="*/ 2013995 w 6875362"/>
              <a:gd name="connsiteY5" fmla="*/ 2582063 h 3465399"/>
              <a:gd name="connsiteX6" fmla="*/ 2893671 w 6875362"/>
              <a:gd name="connsiteY6" fmla="*/ 730113 h 3465399"/>
              <a:gd name="connsiteX7" fmla="*/ 3264061 w 6875362"/>
              <a:gd name="connsiteY7" fmla="*/ 116655 h 3465399"/>
              <a:gd name="connsiteX8" fmla="*/ 3599727 w 6875362"/>
              <a:gd name="connsiteY8" fmla="*/ 35632 h 3465399"/>
              <a:gd name="connsiteX9" fmla="*/ 3993266 w 6875362"/>
              <a:gd name="connsiteY9" fmla="*/ 533344 h 3465399"/>
              <a:gd name="connsiteX10" fmla="*/ 4930815 w 6875362"/>
              <a:gd name="connsiteY10" fmla="*/ 1910731 h 3465399"/>
              <a:gd name="connsiteX11" fmla="*/ 5197034 w 6875362"/>
              <a:gd name="connsiteY11" fmla="*/ 2373718 h 3465399"/>
              <a:gd name="connsiteX12" fmla="*/ 5497975 w 6875362"/>
              <a:gd name="connsiteY12" fmla="*/ 2940878 h 3465399"/>
              <a:gd name="connsiteX13" fmla="*/ 5891514 w 6875362"/>
              <a:gd name="connsiteY13" fmla="*/ 3241820 h 3465399"/>
              <a:gd name="connsiteX14" fmla="*/ 6180881 w 6875362"/>
              <a:gd name="connsiteY14" fmla="*/ 3438589 h 3465399"/>
              <a:gd name="connsiteX15" fmla="*/ 6875362 w 6875362"/>
              <a:gd name="connsiteY15" fmla="*/ 3461738 h 3465399"/>
              <a:gd name="connsiteX0" fmla="*/ 0 w 6875362"/>
              <a:gd name="connsiteY0" fmla="*/ 3348128 h 3363363"/>
              <a:gd name="connsiteX1" fmla="*/ 544011 w 6875362"/>
              <a:gd name="connsiteY1" fmla="*/ 3348128 h 3363363"/>
              <a:gd name="connsiteX2" fmla="*/ 1111170 w 6875362"/>
              <a:gd name="connsiteY2" fmla="*/ 3290254 h 3363363"/>
              <a:gd name="connsiteX3" fmla="*/ 1423686 w 6875362"/>
              <a:gd name="connsiteY3" fmla="*/ 3093485 h 3363363"/>
              <a:gd name="connsiteX4" fmla="*/ 1655180 w 6875362"/>
              <a:gd name="connsiteY4" fmla="*/ 2931439 h 3363363"/>
              <a:gd name="connsiteX5" fmla="*/ 2013995 w 6875362"/>
              <a:gd name="connsiteY5" fmla="*/ 2480027 h 3363363"/>
              <a:gd name="connsiteX6" fmla="*/ 2893671 w 6875362"/>
              <a:gd name="connsiteY6" fmla="*/ 628077 h 3363363"/>
              <a:gd name="connsiteX7" fmla="*/ 3264061 w 6875362"/>
              <a:gd name="connsiteY7" fmla="*/ 14619 h 3363363"/>
              <a:gd name="connsiteX8" fmla="*/ 3530279 w 6875362"/>
              <a:gd name="connsiteY8" fmla="*/ 211388 h 3363363"/>
              <a:gd name="connsiteX9" fmla="*/ 3993266 w 6875362"/>
              <a:gd name="connsiteY9" fmla="*/ 431308 h 3363363"/>
              <a:gd name="connsiteX10" fmla="*/ 4930815 w 6875362"/>
              <a:gd name="connsiteY10" fmla="*/ 1808695 h 3363363"/>
              <a:gd name="connsiteX11" fmla="*/ 5197034 w 6875362"/>
              <a:gd name="connsiteY11" fmla="*/ 2271682 h 3363363"/>
              <a:gd name="connsiteX12" fmla="*/ 5497975 w 6875362"/>
              <a:gd name="connsiteY12" fmla="*/ 2838842 h 3363363"/>
              <a:gd name="connsiteX13" fmla="*/ 5891514 w 6875362"/>
              <a:gd name="connsiteY13" fmla="*/ 3139784 h 3363363"/>
              <a:gd name="connsiteX14" fmla="*/ 6180881 w 6875362"/>
              <a:gd name="connsiteY14" fmla="*/ 3336553 h 3363363"/>
              <a:gd name="connsiteX15" fmla="*/ 6875362 w 6875362"/>
              <a:gd name="connsiteY15" fmla="*/ 3359702 h 3363363"/>
              <a:gd name="connsiteX0" fmla="*/ 0 w 6875362"/>
              <a:gd name="connsiteY0" fmla="*/ 3138819 h 3154054"/>
              <a:gd name="connsiteX1" fmla="*/ 544011 w 6875362"/>
              <a:gd name="connsiteY1" fmla="*/ 3138819 h 3154054"/>
              <a:gd name="connsiteX2" fmla="*/ 1111170 w 6875362"/>
              <a:gd name="connsiteY2" fmla="*/ 3080945 h 3154054"/>
              <a:gd name="connsiteX3" fmla="*/ 1423686 w 6875362"/>
              <a:gd name="connsiteY3" fmla="*/ 2884176 h 3154054"/>
              <a:gd name="connsiteX4" fmla="*/ 1655180 w 6875362"/>
              <a:gd name="connsiteY4" fmla="*/ 2722130 h 3154054"/>
              <a:gd name="connsiteX5" fmla="*/ 2013995 w 6875362"/>
              <a:gd name="connsiteY5" fmla="*/ 2270718 h 3154054"/>
              <a:gd name="connsiteX6" fmla="*/ 2893671 w 6875362"/>
              <a:gd name="connsiteY6" fmla="*/ 418768 h 3154054"/>
              <a:gd name="connsiteX7" fmla="*/ 3194613 w 6875362"/>
              <a:gd name="connsiteY7" fmla="*/ 129401 h 3154054"/>
              <a:gd name="connsiteX8" fmla="*/ 3530279 w 6875362"/>
              <a:gd name="connsiteY8" fmla="*/ 2079 h 3154054"/>
              <a:gd name="connsiteX9" fmla="*/ 3993266 w 6875362"/>
              <a:gd name="connsiteY9" fmla="*/ 221999 h 3154054"/>
              <a:gd name="connsiteX10" fmla="*/ 4930815 w 6875362"/>
              <a:gd name="connsiteY10" fmla="*/ 1599386 h 3154054"/>
              <a:gd name="connsiteX11" fmla="*/ 5197034 w 6875362"/>
              <a:gd name="connsiteY11" fmla="*/ 2062373 h 3154054"/>
              <a:gd name="connsiteX12" fmla="*/ 5497975 w 6875362"/>
              <a:gd name="connsiteY12" fmla="*/ 2629533 h 3154054"/>
              <a:gd name="connsiteX13" fmla="*/ 5891514 w 6875362"/>
              <a:gd name="connsiteY13" fmla="*/ 2930475 h 3154054"/>
              <a:gd name="connsiteX14" fmla="*/ 6180881 w 6875362"/>
              <a:gd name="connsiteY14" fmla="*/ 3127244 h 3154054"/>
              <a:gd name="connsiteX15" fmla="*/ 6875362 w 6875362"/>
              <a:gd name="connsiteY15" fmla="*/ 3150393 h 3154054"/>
              <a:gd name="connsiteX0" fmla="*/ 0 w 6875362"/>
              <a:gd name="connsiteY0" fmla="*/ 3137376 h 3152611"/>
              <a:gd name="connsiteX1" fmla="*/ 544011 w 6875362"/>
              <a:gd name="connsiteY1" fmla="*/ 3137376 h 3152611"/>
              <a:gd name="connsiteX2" fmla="*/ 1111170 w 6875362"/>
              <a:gd name="connsiteY2" fmla="*/ 3079502 h 3152611"/>
              <a:gd name="connsiteX3" fmla="*/ 1423686 w 6875362"/>
              <a:gd name="connsiteY3" fmla="*/ 2882733 h 3152611"/>
              <a:gd name="connsiteX4" fmla="*/ 1655180 w 6875362"/>
              <a:gd name="connsiteY4" fmla="*/ 2720687 h 3152611"/>
              <a:gd name="connsiteX5" fmla="*/ 2013995 w 6875362"/>
              <a:gd name="connsiteY5" fmla="*/ 2269275 h 3152611"/>
              <a:gd name="connsiteX6" fmla="*/ 2893671 w 6875362"/>
              <a:gd name="connsiteY6" fmla="*/ 417325 h 3152611"/>
              <a:gd name="connsiteX7" fmla="*/ 3229337 w 6875362"/>
              <a:gd name="connsiteY7" fmla="*/ 162682 h 3152611"/>
              <a:gd name="connsiteX8" fmla="*/ 3530279 w 6875362"/>
              <a:gd name="connsiteY8" fmla="*/ 636 h 3152611"/>
              <a:gd name="connsiteX9" fmla="*/ 3993266 w 6875362"/>
              <a:gd name="connsiteY9" fmla="*/ 220556 h 3152611"/>
              <a:gd name="connsiteX10" fmla="*/ 4930815 w 6875362"/>
              <a:gd name="connsiteY10" fmla="*/ 1597943 h 3152611"/>
              <a:gd name="connsiteX11" fmla="*/ 5197034 w 6875362"/>
              <a:gd name="connsiteY11" fmla="*/ 2060930 h 3152611"/>
              <a:gd name="connsiteX12" fmla="*/ 5497975 w 6875362"/>
              <a:gd name="connsiteY12" fmla="*/ 2628090 h 3152611"/>
              <a:gd name="connsiteX13" fmla="*/ 5891514 w 6875362"/>
              <a:gd name="connsiteY13" fmla="*/ 2929032 h 3152611"/>
              <a:gd name="connsiteX14" fmla="*/ 6180881 w 6875362"/>
              <a:gd name="connsiteY14" fmla="*/ 3125801 h 3152611"/>
              <a:gd name="connsiteX15" fmla="*/ 6875362 w 6875362"/>
              <a:gd name="connsiteY15" fmla="*/ 3148950 h 3152611"/>
              <a:gd name="connsiteX0" fmla="*/ 0 w 6875362"/>
              <a:gd name="connsiteY0" fmla="*/ 3137355 h 3152590"/>
              <a:gd name="connsiteX1" fmla="*/ 544011 w 6875362"/>
              <a:gd name="connsiteY1" fmla="*/ 3137355 h 3152590"/>
              <a:gd name="connsiteX2" fmla="*/ 1111170 w 6875362"/>
              <a:gd name="connsiteY2" fmla="*/ 3079481 h 3152590"/>
              <a:gd name="connsiteX3" fmla="*/ 1423686 w 6875362"/>
              <a:gd name="connsiteY3" fmla="*/ 2882712 h 3152590"/>
              <a:gd name="connsiteX4" fmla="*/ 1655180 w 6875362"/>
              <a:gd name="connsiteY4" fmla="*/ 2720666 h 3152590"/>
              <a:gd name="connsiteX5" fmla="*/ 2013995 w 6875362"/>
              <a:gd name="connsiteY5" fmla="*/ 2269254 h 3152590"/>
              <a:gd name="connsiteX6" fmla="*/ 2835798 w 6875362"/>
              <a:gd name="connsiteY6" fmla="*/ 394155 h 3152590"/>
              <a:gd name="connsiteX7" fmla="*/ 3229337 w 6875362"/>
              <a:gd name="connsiteY7" fmla="*/ 162661 h 3152590"/>
              <a:gd name="connsiteX8" fmla="*/ 3530279 w 6875362"/>
              <a:gd name="connsiteY8" fmla="*/ 615 h 3152590"/>
              <a:gd name="connsiteX9" fmla="*/ 3993266 w 6875362"/>
              <a:gd name="connsiteY9" fmla="*/ 220535 h 3152590"/>
              <a:gd name="connsiteX10" fmla="*/ 4930815 w 6875362"/>
              <a:gd name="connsiteY10" fmla="*/ 1597922 h 3152590"/>
              <a:gd name="connsiteX11" fmla="*/ 5197034 w 6875362"/>
              <a:gd name="connsiteY11" fmla="*/ 2060909 h 3152590"/>
              <a:gd name="connsiteX12" fmla="*/ 5497975 w 6875362"/>
              <a:gd name="connsiteY12" fmla="*/ 2628069 h 3152590"/>
              <a:gd name="connsiteX13" fmla="*/ 5891514 w 6875362"/>
              <a:gd name="connsiteY13" fmla="*/ 2929011 h 3152590"/>
              <a:gd name="connsiteX14" fmla="*/ 6180881 w 6875362"/>
              <a:gd name="connsiteY14" fmla="*/ 3125780 h 3152590"/>
              <a:gd name="connsiteX15" fmla="*/ 6875362 w 6875362"/>
              <a:gd name="connsiteY15" fmla="*/ 3148929 h 3152590"/>
              <a:gd name="connsiteX0" fmla="*/ 0 w 6875362"/>
              <a:gd name="connsiteY0" fmla="*/ 3137462 h 3152697"/>
              <a:gd name="connsiteX1" fmla="*/ 544011 w 6875362"/>
              <a:gd name="connsiteY1" fmla="*/ 3137462 h 3152697"/>
              <a:gd name="connsiteX2" fmla="*/ 1111170 w 6875362"/>
              <a:gd name="connsiteY2" fmla="*/ 3079588 h 3152697"/>
              <a:gd name="connsiteX3" fmla="*/ 1423686 w 6875362"/>
              <a:gd name="connsiteY3" fmla="*/ 2882819 h 3152697"/>
              <a:gd name="connsiteX4" fmla="*/ 1655180 w 6875362"/>
              <a:gd name="connsiteY4" fmla="*/ 2720773 h 3152697"/>
              <a:gd name="connsiteX5" fmla="*/ 2013995 w 6875362"/>
              <a:gd name="connsiteY5" fmla="*/ 2269361 h 3152697"/>
              <a:gd name="connsiteX6" fmla="*/ 2986269 w 6875362"/>
              <a:gd name="connsiteY6" fmla="*/ 498434 h 3152697"/>
              <a:gd name="connsiteX7" fmla="*/ 3229337 w 6875362"/>
              <a:gd name="connsiteY7" fmla="*/ 162768 h 3152697"/>
              <a:gd name="connsiteX8" fmla="*/ 3530279 w 6875362"/>
              <a:gd name="connsiteY8" fmla="*/ 722 h 3152697"/>
              <a:gd name="connsiteX9" fmla="*/ 3993266 w 6875362"/>
              <a:gd name="connsiteY9" fmla="*/ 220642 h 3152697"/>
              <a:gd name="connsiteX10" fmla="*/ 4930815 w 6875362"/>
              <a:gd name="connsiteY10" fmla="*/ 1598029 h 3152697"/>
              <a:gd name="connsiteX11" fmla="*/ 5197034 w 6875362"/>
              <a:gd name="connsiteY11" fmla="*/ 2061016 h 3152697"/>
              <a:gd name="connsiteX12" fmla="*/ 5497975 w 6875362"/>
              <a:gd name="connsiteY12" fmla="*/ 2628176 h 3152697"/>
              <a:gd name="connsiteX13" fmla="*/ 5891514 w 6875362"/>
              <a:gd name="connsiteY13" fmla="*/ 2929118 h 3152697"/>
              <a:gd name="connsiteX14" fmla="*/ 6180881 w 6875362"/>
              <a:gd name="connsiteY14" fmla="*/ 3125887 h 3152697"/>
              <a:gd name="connsiteX15" fmla="*/ 6875362 w 6875362"/>
              <a:gd name="connsiteY15" fmla="*/ 3149036 h 3152697"/>
              <a:gd name="connsiteX0" fmla="*/ 0 w 6875362"/>
              <a:gd name="connsiteY0" fmla="*/ 3137462 h 3152697"/>
              <a:gd name="connsiteX1" fmla="*/ 544011 w 6875362"/>
              <a:gd name="connsiteY1" fmla="*/ 3137462 h 3152697"/>
              <a:gd name="connsiteX2" fmla="*/ 1111170 w 6875362"/>
              <a:gd name="connsiteY2" fmla="*/ 3079588 h 3152697"/>
              <a:gd name="connsiteX3" fmla="*/ 1423686 w 6875362"/>
              <a:gd name="connsiteY3" fmla="*/ 2882819 h 3152697"/>
              <a:gd name="connsiteX4" fmla="*/ 1655180 w 6875362"/>
              <a:gd name="connsiteY4" fmla="*/ 2720773 h 3152697"/>
              <a:gd name="connsiteX5" fmla="*/ 2013995 w 6875362"/>
              <a:gd name="connsiteY5" fmla="*/ 2269361 h 3152697"/>
              <a:gd name="connsiteX6" fmla="*/ 2986269 w 6875362"/>
              <a:gd name="connsiteY6" fmla="*/ 498434 h 3152697"/>
              <a:gd name="connsiteX7" fmla="*/ 3229337 w 6875362"/>
              <a:gd name="connsiteY7" fmla="*/ 162768 h 3152697"/>
              <a:gd name="connsiteX8" fmla="*/ 3530279 w 6875362"/>
              <a:gd name="connsiteY8" fmla="*/ 722 h 3152697"/>
              <a:gd name="connsiteX9" fmla="*/ 3993266 w 6875362"/>
              <a:gd name="connsiteY9" fmla="*/ 220642 h 3152697"/>
              <a:gd name="connsiteX10" fmla="*/ 4930815 w 6875362"/>
              <a:gd name="connsiteY10" fmla="*/ 1598029 h 3152697"/>
              <a:gd name="connsiteX11" fmla="*/ 5197034 w 6875362"/>
              <a:gd name="connsiteY11" fmla="*/ 2061016 h 3152697"/>
              <a:gd name="connsiteX12" fmla="*/ 5497975 w 6875362"/>
              <a:gd name="connsiteY12" fmla="*/ 2628176 h 3152697"/>
              <a:gd name="connsiteX13" fmla="*/ 5891514 w 6875362"/>
              <a:gd name="connsiteY13" fmla="*/ 2929118 h 3152697"/>
              <a:gd name="connsiteX14" fmla="*/ 6180881 w 6875362"/>
              <a:gd name="connsiteY14" fmla="*/ 3125887 h 3152697"/>
              <a:gd name="connsiteX15" fmla="*/ 6875362 w 6875362"/>
              <a:gd name="connsiteY15" fmla="*/ 3149036 h 3152697"/>
              <a:gd name="connsiteX0" fmla="*/ 0 w 6875362"/>
              <a:gd name="connsiteY0" fmla="*/ 3137411 h 3152646"/>
              <a:gd name="connsiteX1" fmla="*/ 544011 w 6875362"/>
              <a:gd name="connsiteY1" fmla="*/ 3137411 h 3152646"/>
              <a:gd name="connsiteX2" fmla="*/ 1111170 w 6875362"/>
              <a:gd name="connsiteY2" fmla="*/ 3079537 h 3152646"/>
              <a:gd name="connsiteX3" fmla="*/ 1423686 w 6875362"/>
              <a:gd name="connsiteY3" fmla="*/ 2882768 h 3152646"/>
              <a:gd name="connsiteX4" fmla="*/ 1655180 w 6875362"/>
              <a:gd name="connsiteY4" fmla="*/ 2720722 h 3152646"/>
              <a:gd name="connsiteX5" fmla="*/ 2013995 w 6875362"/>
              <a:gd name="connsiteY5" fmla="*/ 2269310 h 3152646"/>
              <a:gd name="connsiteX6" fmla="*/ 2928396 w 6875362"/>
              <a:gd name="connsiteY6" fmla="*/ 452084 h 3152646"/>
              <a:gd name="connsiteX7" fmla="*/ 3229337 w 6875362"/>
              <a:gd name="connsiteY7" fmla="*/ 162717 h 3152646"/>
              <a:gd name="connsiteX8" fmla="*/ 3530279 w 6875362"/>
              <a:gd name="connsiteY8" fmla="*/ 671 h 3152646"/>
              <a:gd name="connsiteX9" fmla="*/ 3993266 w 6875362"/>
              <a:gd name="connsiteY9" fmla="*/ 220591 h 3152646"/>
              <a:gd name="connsiteX10" fmla="*/ 4930815 w 6875362"/>
              <a:gd name="connsiteY10" fmla="*/ 1597978 h 3152646"/>
              <a:gd name="connsiteX11" fmla="*/ 5197034 w 6875362"/>
              <a:gd name="connsiteY11" fmla="*/ 2060965 h 3152646"/>
              <a:gd name="connsiteX12" fmla="*/ 5497975 w 6875362"/>
              <a:gd name="connsiteY12" fmla="*/ 2628125 h 3152646"/>
              <a:gd name="connsiteX13" fmla="*/ 5891514 w 6875362"/>
              <a:gd name="connsiteY13" fmla="*/ 2929067 h 3152646"/>
              <a:gd name="connsiteX14" fmla="*/ 6180881 w 6875362"/>
              <a:gd name="connsiteY14" fmla="*/ 3125836 h 3152646"/>
              <a:gd name="connsiteX15" fmla="*/ 6875362 w 6875362"/>
              <a:gd name="connsiteY15" fmla="*/ 3148985 h 3152646"/>
              <a:gd name="connsiteX0" fmla="*/ 0 w 6875362"/>
              <a:gd name="connsiteY0" fmla="*/ 2989285 h 3004520"/>
              <a:gd name="connsiteX1" fmla="*/ 544011 w 6875362"/>
              <a:gd name="connsiteY1" fmla="*/ 2989285 h 3004520"/>
              <a:gd name="connsiteX2" fmla="*/ 1111170 w 6875362"/>
              <a:gd name="connsiteY2" fmla="*/ 2931411 h 3004520"/>
              <a:gd name="connsiteX3" fmla="*/ 1423686 w 6875362"/>
              <a:gd name="connsiteY3" fmla="*/ 2734642 h 3004520"/>
              <a:gd name="connsiteX4" fmla="*/ 1655180 w 6875362"/>
              <a:gd name="connsiteY4" fmla="*/ 2572596 h 3004520"/>
              <a:gd name="connsiteX5" fmla="*/ 2013995 w 6875362"/>
              <a:gd name="connsiteY5" fmla="*/ 2121184 h 3004520"/>
              <a:gd name="connsiteX6" fmla="*/ 2928396 w 6875362"/>
              <a:gd name="connsiteY6" fmla="*/ 303958 h 3004520"/>
              <a:gd name="connsiteX7" fmla="*/ 3229337 w 6875362"/>
              <a:gd name="connsiteY7" fmla="*/ 14591 h 3004520"/>
              <a:gd name="connsiteX8" fmla="*/ 3646026 w 6875362"/>
              <a:gd name="connsiteY8" fmla="*/ 280809 h 3004520"/>
              <a:gd name="connsiteX9" fmla="*/ 3993266 w 6875362"/>
              <a:gd name="connsiteY9" fmla="*/ 72465 h 3004520"/>
              <a:gd name="connsiteX10" fmla="*/ 4930815 w 6875362"/>
              <a:gd name="connsiteY10" fmla="*/ 1449852 h 3004520"/>
              <a:gd name="connsiteX11" fmla="*/ 5197034 w 6875362"/>
              <a:gd name="connsiteY11" fmla="*/ 1912839 h 3004520"/>
              <a:gd name="connsiteX12" fmla="*/ 5497975 w 6875362"/>
              <a:gd name="connsiteY12" fmla="*/ 2479999 h 3004520"/>
              <a:gd name="connsiteX13" fmla="*/ 5891514 w 6875362"/>
              <a:gd name="connsiteY13" fmla="*/ 2780941 h 3004520"/>
              <a:gd name="connsiteX14" fmla="*/ 6180881 w 6875362"/>
              <a:gd name="connsiteY14" fmla="*/ 2977710 h 3004520"/>
              <a:gd name="connsiteX15" fmla="*/ 6875362 w 6875362"/>
              <a:gd name="connsiteY15" fmla="*/ 3000859 h 3004520"/>
              <a:gd name="connsiteX0" fmla="*/ 0 w 6875362"/>
              <a:gd name="connsiteY0" fmla="*/ 2975392 h 2990627"/>
              <a:gd name="connsiteX1" fmla="*/ 544011 w 6875362"/>
              <a:gd name="connsiteY1" fmla="*/ 2975392 h 2990627"/>
              <a:gd name="connsiteX2" fmla="*/ 1111170 w 6875362"/>
              <a:gd name="connsiteY2" fmla="*/ 2917518 h 2990627"/>
              <a:gd name="connsiteX3" fmla="*/ 1423686 w 6875362"/>
              <a:gd name="connsiteY3" fmla="*/ 2720749 h 2990627"/>
              <a:gd name="connsiteX4" fmla="*/ 1655180 w 6875362"/>
              <a:gd name="connsiteY4" fmla="*/ 2558703 h 2990627"/>
              <a:gd name="connsiteX5" fmla="*/ 2013995 w 6875362"/>
              <a:gd name="connsiteY5" fmla="*/ 2107291 h 2990627"/>
              <a:gd name="connsiteX6" fmla="*/ 2928396 w 6875362"/>
              <a:gd name="connsiteY6" fmla="*/ 290065 h 2990627"/>
              <a:gd name="connsiteX7" fmla="*/ 3194613 w 6875362"/>
              <a:gd name="connsiteY7" fmla="*/ 382662 h 2990627"/>
              <a:gd name="connsiteX8" fmla="*/ 3646026 w 6875362"/>
              <a:gd name="connsiteY8" fmla="*/ 266916 h 2990627"/>
              <a:gd name="connsiteX9" fmla="*/ 3993266 w 6875362"/>
              <a:gd name="connsiteY9" fmla="*/ 58572 h 2990627"/>
              <a:gd name="connsiteX10" fmla="*/ 4930815 w 6875362"/>
              <a:gd name="connsiteY10" fmla="*/ 1435959 h 2990627"/>
              <a:gd name="connsiteX11" fmla="*/ 5197034 w 6875362"/>
              <a:gd name="connsiteY11" fmla="*/ 1898946 h 2990627"/>
              <a:gd name="connsiteX12" fmla="*/ 5497975 w 6875362"/>
              <a:gd name="connsiteY12" fmla="*/ 2466106 h 2990627"/>
              <a:gd name="connsiteX13" fmla="*/ 5891514 w 6875362"/>
              <a:gd name="connsiteY13" fmla="*/ 2767048 h 2990627"/>
              <a:gd name="connsiteX14" fmla="*/ 6180881 w 6875362"/>
              <a:gd name="connsiteY14" fmla="*/ 2963817 h 2990627"/>
              <a:gd name="connsiteX15" fmla="*/ 6875362 w 6875362"/>
              <a:gd name="connsiteY15" fmla="*/ 2986966 h 2990627"/>
              <a:gd name="connsiteX0" fmla="*/ 0 w 6875362"/>
              <a:gd name="connsiteY0" fmla="*/ 2975392 h 2990627"/>
              <a:gd name="connsiteX1" fmla="*/ 544011 w 6875362"/>
              <a:gd name="connsiteY1" fmla="*/ 2975392 h 2990627"/>
              <a:gd name="connsiteX2" fmla="*/ 1111170 w 6875362"/>
              <a:gd name="connsiteY2" fmla="*/ 2917518 h 2990627"/>
              <a:gd name="connsiteX3" fmla="*/ 1423686 w 6875362"/>
              <a:gd name="connsiteY3" fmla="*/ 2720749 h 2990627"/>
              <a:gd name="connsiteX4" fmla="*/ 1655180 w 6875362"/>
              <a:gd name="connsiteY4" fmla="*/ 2558703 h 2990627"/>
              <a:gd name="connsiteX5" fmla="*/ 2013995 w 6875362"/>
              <a:gd name="connsiteY5" fmla="*/ 2107291 h 2990627"/>
              <a:gd name="connsiteX6" fmla="*/ 2882097 w 6875362"/>
              <a:gd name="connsiteY6" fmla="*/ 602582 h 2990627"/>
              <a:gd name="connsiteX7" fmla="*/ 3194613 w 6875362"/>
              <a:gd name="connsiteY7" fmla="*/ 382662 h 2990627"/>
              <a:gd name="connsiteX8" fmla="*/ 3646026 w 6875362"/>
              <a:gd name="connsiteY8" fmla="*/ 266916 h 2990627"/>
              <a:gd name="connsiteX9" fmla="*/ 3993266 w 6875362"/>
              <a:gd name="connsiteY9" fmla="*/ 58572 h 2990627"/>
              <a:gd name="connsiteX10" fmla="*/ 4930815 w 6875362"/>
              <a:gd name="connsiteY10" fmla="*/ 1435959 h 2990627"/>
              <a:gd name="connsiteX11" fmla="*/ 5197034 w 6875362"/>
              <a:gd name="connsiteY11" fmla="*/ 1898946 h 2990627"/>
              <a:gd name="connsiteX12" fmla="*/ 5497975 w 6875362"/>
              <a:gd name="connsiteY12" fmla="*/ 2466106 h 2990627"/>
              <a:gd name="connsiteX13" fmla="*/ 5891514 w 6875362"/>
              <a:gd name="connsiteY13" fmla="*/ 2767048 h 2990627"/>
              <a:gd name="connsiteX14" fmla="*/ 6180881 w 6875362"/>
              <a:gd name="connsiteY14" fmla="*/ 2963817 h 2990627"/>
              <a:gd name="connsiteX15" fmla="*/ 6875362 w 6875362"/>
              <a:gd name="connsiteY15" fmla="*/ 2986966 h 2990627"/>
              <a:gd name="connsiteX0" fmla="*/ 0 w 6875362"/>
              <a:gd name="connsiteY0" fmla="*/ 2710105 h 2725340"/>
              <a:gd name="connsiteX1" fmla="*/ 544011 w 6875362"/>
              <a:gd name="connsiteY1" fmla="*/ 2710105 h 2725340"/>
              <a:gd name="connsiteX2" fmla="*/ 1111170 w 6875362"/>
              <a:gd name="connsiteY2" fmla="*/ 2652231 h 2725340"/>
              <a:gd name="connsiteX3" fmla="*/ 1423686 w 6875362"/>
              <a:gd name="connsiteY3" fmla="*/ 2455462 h 2725340"/>
              <a:gd name="connsiteX4" fmla="*/ 1655180 w 6875362"/>
              <a:gd name="connsiteY4" fmla="*/ 2293416 h 2725340"/>
              <a:gd name="connsiteX5" fmla="*/ 2013995 w 6875362"/>
              <a:gd name="connsiteY5" fmla="*/ 1842004 h 2725340"/>
              <a:gd name="connsiteX6" fmla="*/ 2882097 w 6875362"/>
              <a:gd name="connsiteY6" fmla="*/ 337295 h 2725340"/>
              <a:gd name="connsiteX7" fmla="*/ 3194613 w 6875362"/>
              <a:gd name="connsiteY7" fmla="*/ 117375 h 2725340"/>
              <a:gd name="connsiteX8" fmla="*/ 3646026 w 6875362"/>
              <a:gd name="connsiteY8" fmla="*/ 1629 h 2725340"/>
              <a:gd name="connsiteX9" fmla="*/ 4039565 w 6875362"/>
              <a:gd name="connsiteY9" fmla="*/ 198399 h 2725340"/>
              <a:gd name="connsiteX10" fmla="*/ 4930815 w 6875362"/>
              <a:gd name="connsiteY10" fmla="*/ 1170672 h 2725340"/>
              <a:gd name="connsiteX11" fmla="*/ 5197034 w 6875362"/>
              <a:gd name="connsiteY11" fmla="*/ 1633659 h 2725340"/>
              <a:gd name="connsiteX12" fmla="*/ 5497975 w 6875362"/>
              <a:gd name="connsiteY12" fmla="*/ 2200819 h 2725340"/>
              <a:gd name="connsiteX13" fmla="*/ 5891514 w 6875362"/>
              <a:gd name="connsiteY13" fmla="*/ 2501761 h 2725340"/>
              <a:gd name="connsiteX14" fmla="*/ 6180881 w 6875362"/>
              <a:gd name="connsiteY14" fmla="*/ 2698530 h 2725340"/>
              <a:gd name="connsiteX15" fmla="*/ 6875362 w 6875362"/>
              <a:gd name="connsiteY15" fmla="*/ 2721679 h 2725340"/>
              <a:gd name="connsiteX0" fmla="*/ 0 w 6875362"/>
              <a:gd name="connsiteY0" fmla="*/ 2717067 h 2732302"/>
              <a:gd name="connsiteX1" fmla="*/ 544011 w 6875362"/>
              <a:gd name="connsiteY1" fmla="*/ 2717067 h 2732302"/>
              <a:gd name="connsiteX2" fmla="*/ 1111170 w 6875362"/>
              <a:gd name="connsiteY2" fmla="*/ 2659193 h 2732302"/>
              <a:gd name="connsiteX3" fmla="*/ 1423686 w 6875362"/>
              <a:gd name="connsiteY3" fmla="*/ 2462424 h 2732302"/>
              <a:gd name="connsiteX4" fmla="*/ 1655180 w 6875362"/>
              <a:gd name="connsiteY4" fmla="*/ 2300378 h 2732302"/>
              <a:gd name="connsiteX5" fmla="*/ 2013995 w 6875362"/>
              <a:gd name="connsiteY5" fmla="*/ 1848966 h 2732302"/>
              <a:gd name="connsiteX6" fmla="*/ 2882097 w 6875362"/>
              <a:gd name="connsiteY6" fmla="*/ 344257 h 2732302"/>
              <a:gd name="connsiteX7" fmla="*/ 3310360 w 6875362"/>
              <a:gd name="connsiteY7" fmla="*/ 66464 h 2732302"/>
              <a:gd name="connsiteX8" fmla="*/ 3646026 w 6875362"/>
              <a:gd name="connsiteY8" fmla="*/ 8591 h 2732302"/>
              <a:gd name="connsiteX9" fmla="*/ 4039565 w 6875362"/>
              <a:gd name="connsiteY9" fmla="*/ 205361 h 2732302"/>
              <a:gd name="connsiteX10" fmla="*/ 4930815 w 6875362"/>
              <a:gd name="connsiteY10" fmla="*/ 1177634 h 2732302"/>
              <a:gd name="connsiteX11" fmla="*/ 5197034 w 6875362"/>
              <a:gd name="connsiteY11" fmla="*/ 1640621 h 2732302"/>
              <a:gd name="connsiteX12" fmla="*/ 5497975 w 6875362"/>
              <a:gd name="connsiteY12" fmla="*/ 2207781 h 2732302"/>
              <a:gd name="connsiteX13" fmla="*/ 5891514 w 6875362"/>
              <a:gd name="connsiteY13" fmla="*/ 2508723 h 2732302"/>
              <a:gd name="connsiteX14" fmla="*/ 6180881 w 6875362"/>
              <a:gd name="connsiteY14" fmla="*/ 2705492 h 2732302"/>
              <a:gd name="connsiteX15" fmla="*/ 6875362 w 6875362"/>
              <a:gd name="connsiteY15" fmla="*/ 2728641 h 2732302"/>
              <a:gd name="connsiteX0" fmla="*/ 0 w 6875362"/>
              <a:gd name="connsiteY0" fmla="*/ 2717067 h 2732302"/>
              <a:gd name="connsiteX1" fmla="*/ 544011 w 6875362"/>
              <a:gd name="connsiteY1" fmla="*/ 2717067 h 2732302"/>
              <a:gd name="connsiteX2" fmla="*/ 1111170 w 6875362"/>
              <a:gd name="connsiteY2" fmla="*/ 2659193 h 2732302"/>
              <a:gd name="connsiteX3" fmla="*/ 1423686 w 6875362"/>
              <a:gd name="connsiteY3" fmla="*/ 2462424 h 2732302"/>
              <a:gd name="connsiteX4" fmla="*/ 1655180 w 6875362"/>
              <a:gd name="connsiteY4" fmla="*/ 2300378 h 2732302"/>
              <a:gd name="connsiteX5" fmla="*/ 2071868 w 6875362"/>
              <a:gd name="connsiteY5" fmla="*/ 1258657 h 2732302"/>
              <a:gd name="connsiteX6" fmla="*/ 2882097 w 6875362"/>
              <a:gd name="connsiteY6" fmla="*/ 344257 h 2732302"/>
              <a:gd name="connsiteX7" fmla="*/ 3310360 w 6875362"/>
              <a:gd name="connsiteY7" fmla="*/ 66464 h 2732302"/>
              <a:gd name="connsiteX8" fmla="*/ 3646026 w 6875362"/>
              <a:gd name="connsiteY8" fmla="*/ 8591 h 2732302"/>
              <a:gd name="connsiteX9" fmla="*/ 4039565 w 6875362"/>
              <a:gd name="connsiteY9" fmla="*/ 205361 h 2732302"/>
              <a:gd name="connsiteX10" fmla="*/ 4930815 w 6875362"/>
              <a:gd name="connsiteY10" fmla="*/ 1177634 h 2732302"/>
              <a:gd name="connsiteX11" fmla="*/ 5197034 w 6875362"/>
              <a:gd name="connsiteY11" fmla="*/ 1640621 h 2732302"/>
              <a:gd name="connsiteX12" fmla="*/ 5497975 w 6875362"/>
              <a:gd name="connsiteY12" fmla="*/ 2207781 h 2732302"/>
              <a:gd name="connsiteX13" fmla="*/ 5891514 w 6875362"/>
              <a:gd name="connsiteY13" fmla="*/ 2508723 h 2732302"/>
              <a:gd name="connsiteX14" fmla="*/ 6180881 w 6875362"/>
              <a:gd name="connsiteY14" fmla="*/ 2705492 h 2732302"/>
              <a:gd name="connsiteX15" fmla="*/ 6875362 w 6875362"/>
              <a:gd name="connsiteY15" fmla="*/ 2728641 h 2732302"/>
              <a:gd name="connsiteX0" fmla="*/ 0 w 6875362"/>
              <a:gd name="connsiteY0" fmla="*/ 2717067 h 2732302"/>
              <a:gd name="connsiteX1" fmla="*/ 544011 w 6875362"/>
              <a:gd name="connsiteY1" fmla="*/ 2717067 h 2732302"/>
              <a:gd name="connsiteX2" fmla="*/ 1111170 w 6875362"/>
              <a:gd name="connsiteY2" fmla="*/ 2659193 h 2732302"/>
              <a:gd name="connsiteX3" fmla="*/ 1423686 w 6875362"/>
              <a:gd name="connsiteY3" fmla="*/ 2462424 h 2732302"/>
              <a:gd name="connsiteX4" fmla="*/ 1655180 w 6875362"/>
              <a:gd name="connsiteY4" fmla="*/ 2300378 h 2732302"/>
              <a:gd name="connsiteX5" fmla="*/ 2071868 w 6875362"/>
              <a:gd name="connsiteY5" fmla="*/ 1258657 h 2732302"/>
              <a:gd name="connsiteX6" fmla="*/ 2882097 w 6875362"/>
              <a:gd name="connsiteY6" fmla="*/ 344257 h 2732302"/>
              <a:gd name="connsiteX7" fmla="*/ 3310360 w 6875362"/>
              <a:gd name="connsiteY7" fmla="*/ 66464 h 2732302"/>
              <a:gd name="connsiteX8" fmla="*/ 3646026 w 6875362"/>
              <a:gd name="connsiteY8" fmla="*/ 8591 h 2732302"/>
              <a:gd name="connsiteX9" fmla="*/ 4039565 w 6875362"/>
              <a:gd name="connsiteY9" fmla="*/ 205361 h 2732302"/>
              <a:gd name="connsiteX10" fmla="*/ 5046562 w 6875362"/>
              <a:gd name="connsiteY10" fmla="*/ 1119760 h 2732302"/>
              <a:gd name="connsiteX11" fmla="*/ 5197034 w 6875362"/>
              <a:gd name="connsiteY11" fmla="*/ 1640621 h 2732302"/>
              <a:gd name="connsiteX12" fmla="*/ 5497975 w 6875362"/>
              <a:gd name="connsiteY12" fmla="*/ 2207781 h 2732302"/>
              <a:gd name="connsiteX13" fmla="*/ 5891514 w 6875362"/>
              <a:gd name="connsiteY13" fmla="*/ 2508723 h 2732302"/>
              <a:gd name="connsiteX14" fmla="*/ 6180881 w 6875362"/>
              <a:gd name="connsiteY14" fmla="*/ 2705492 h 2732302"/>
              <a:gd name="connsiteX15" fmla="*/ 6875362 w 6875362"/>
              <a:gd name="connsiteY15" fmla="*/ 2728641 h 2732302"/>
              <a:gd name="connsiteX0" fmla="*/ 0 w 6875362"/>
              <a:gd name="connsiteY0" fmla="*/ 2717067 h 2732302"/>
              <a:gd name="connsiteX1" fmla="*/ 544011 w 6875362"/>
              <a:gd name="connsiteY1" fmla="*/ 2717067 h 2732302"/>
              <a:gd name="connsiteX2" fmla="*/ 1111170 w 6875362"/>
              <a:gd name="connsiteY2" fmla="*/ 2659193 h 2732302"/>
              <a:gd name="connsiteX3" fmla="*/ 1423686 w 6875362"/>
              <a:gd name="connsiteY3" fmla="*/ 2462424 h 2732302"/>
              <a:gd name="connsiteX4" fmla="*/ 1655180 w 6875362"/>
              <a:gd name="connsiteY4" fmla="*/ 2300378 h 2732302"/>
              <a:gd name="connsiteX5" fmla="*/ 2071868 w 6875362"/>
              <a:gd name="connsiteY5" fmla="*/ 1258657 h 2732302"/>
              <a:gd name="connsiteX6" fmla="*/ 2882097 w 6875362"/>
              <a:gd name="connsiteY6" fmla="*/ 344257 h 2732302"/>
              <a:gd name="connsiteX7" fmla="*/ 3310360 w 6875362"/>
              <a:gd name="connsiteY7" fmla="*/ 66464 h 2732302"/>
              <a:gd name="connsiteX8" fmla="*/ 3646026 w 6875362"/>
              <a:gd name="connsiteY8" fmla="*/ 8591 h 2732302"/>
              <a:gd name="connsiteX9" fmla="*/ 4039565 w 6875362"/>
              <a:gd name="connsiteY9" fmla="*/ 205361 h 2732302"/>
              <a:gd name="connsiteX10" fmla="*/ 5046562 w 6875362"/>
              <a:gd name="connsiteY10" fmla="*/ 1119760 h 2732302"/>
              <a:gd name="connsiteX11" fmla="*/ 5301206 w 6875362"/>
              <a:gd name="connsiteY11" fmla="*/ 1686920 h 2732302"/>
              <a:gd name="connsiteX12" fmla="*/ 5497975 w 6875362"/>
              <a:gd name="connsiteY12" fmla="*/ 2207781 h 2732302"/>
              <a:gd name="connsiteX13" fmla="*/ 5891514 w 6875362"/>
              <a:gd name="connsiteY13" fmla="*/ 2508723 h 2732302"/>
              <a:gd name="connsiteX14" fmla="*/ 6180881 w 6875362"/>
              <a:gd name="connsiteY14" fmla="*/ 2705492 h 2732302"/>
              <a:gd name="connsiteX15" fmla="*/ 6875362 w 6875362"/>
              <a:gd name="connsiteY15" fmla="*/ 2728641 h 2732302"/>
              <a:gd name="connsiteX0" fmla="*/ 0 w 6875362"/>
              <a:gd name="connsiteY0" fmla="*/ 2717067 h 2732302"/>
              <a:gd name="connsiteX1" fmla="*/ 544011 w 6875362"/>
              <a:gd name="connsiteY1" fmla="*/ 2717067 h 2732302"/>
              <a:gd name="connsiteX2" fmla="*/ 1111170 w 6875362"/>
              <a:gd name="connsiteY2" fmla="*/ 2659193 h 2732302"/>
              <a:gd name="connsiteX3" fmla="*/ 1423686 w 6875362"/>
              <a:gd name="connsiteY3" fmla="*/ 2462424 h 2732302"/>
              <a:gd name="connsiteX4" fmla="*/ 1655180 w 6875362"/>
              <a:gd name="connsiteY4" fmla="*/ 2300378 h 2732302"/>
              <a:gd name="connsiteX5" fmla="*/ 2071868 w 6875362"/>
              <a:gd name="connsiteY5" fmla="*/ 1258657 h 2732302"/>
              <a:gd name="connsiteX6" fmla="*/ 2882097 w 6875362"/>
              <a:gd name="connsiteY6" fmla="*/ 344257 h 2732302"/>
              <a:gd name="connsiteX7" fmla="*/ 3310360 w 6875362"/>
              <a:gd name="connsiteY7" fmla="*/ 66464 h 2732302"/>
              <a:gd name="connsiteX8" fmla="*/ 3646026 w 6875362"/>
              <a:gd name="connsiteY8" fmla="*/ 8591 h 2732302"/>
              <a:gd name="connsiteX9" fmla="*/ 4039565 w 6875362"/>
              <a:gd name="connsiteY9" fmla="*/ 205361 h 2732302"/>
              <a:gd name="connsiteX10" fmla="*/ 5046562 w 6875362"/>
              <a:gd name="connsiteY10" fmla="*/ 1119760 h 2732302"/>
              <a:gd name="connsiteX11" fmla="*/ 5301206 w 6875362"/>
              <a:gd name="connsiteY11" fmla="*/ 1686920 h 2732302"/>
              <a:gd name="connsiteX12" fmla="*/ 5764193 w 6875362"/>
              <a:gd name="connsiteY12" fmla="*/ 2230930 h 2732302"/>
              <a:gd name="connsiteX13" fmla="*/ 5891514 w 6875362"/>
              <a:gd name="connsiteY13" fmla="*/ 2508723 h 2732302"/>
              <a:gd name="connsiteX14" fmla="*/ 6180881 w 6875362"/>
              <a:gd name="connsiteY14" fmla="*/ 2705492 h 2732302"/>
              <a:gd name="connsiteX15" fmla="*/ 6875362 w 6875362"/>
              <a:gd name="connsiteY15" fmla="*/ 2728641 h 2732302"/>
              <a:gd name="connsiteX0" fmla="*/ 0 w 6875362"/>
              <a:gd name="connsiteY0" fmla="*/ 2717067 h 2732302"/>
              <a:gd name="connsiteX1" fmla="*/ 544011 w 6875362"/>
              <a:gd name="connsiteY1" fmla="*/ 2717067 h 2732302"/>
              <a:gd name="connsiteX2" fmla="*/ 1111170 w 6875362"/>
              <a:gd name="connsiteY2" fmla="*/ 2659193 h 2732302"/>
              <a:gd name="connsiteX3" fmla="*/ 1423686 w 6875362"/>
              <a:gd name="connsiteY3" fmla="*/ 2462424 h 2732302"/>
              <a:gd name="connsiteX4" fmla="*/ 1655180 w 6875362"/>
              <a:gd name="connsiteY4" fmla="*/ 2300378 h 2732302"/>
              <a:gd name="connsiteX5" fmla="*/ 2071868 w 6875362"/>
              <a:gd name="connsiteY5" fmla="*/ 1258657 h 2732302"/>
              <a:gd name="connsiteX6" fmla="*/ 2882097 w 6875362"/>
              <a:gd name="connsiteY6" fmla="*/ 344257 h 2732302"/>
              <a:gd name="connsiteX7" fmla="*/ 3310360 w 6875362"/>
              <a:gd name="connsiteY7" fmla="*/ 66464 h 2732302"/>
              <a:gd name="connsiteX8" fmla="*/ 3646026 w 6875362"/>
              <a:gd name="connsiteY8" fmla="*/ 8591 h 2732302"/>
              <a:gd name="connsiteX9" fmla="*/ 4039565 w 6875362"/>
              <a:gd name="connsiteY9" fmla="*/ 205361 h 2732302"/>
              <a:gd name="connsiteX10" fmla="*/ 5046562 w 6875362"/>
              <a:gd name="connsiteY10" fmla="*/ 1119760 h 2732302"/>
              <a:gd name="connsiteX11" fmla="*/ 5416952 w 6875362"/>
              <a:gd name="connsiteY11" fmla="*/ 1675345 h 2732302"/>
              <a:gd name="connsiteX12" fmla="*/ 5764193 w 6875362"/>
              <a:gd name="connsiteY12" fmla="*/ 2230930 h 2732302"/>
              <a:gd name="connsiteX13" fmla="*/ 5891514 w 6875362"/>
              <a:gd name="connsiteY13" fmla="*/ 2508723 h 2732302"/>
              <a:gd name="connsiteX14" fmla="*/ 6180881 w 6875362"/>
              <a:gd name="connsiteY14" fmla="*/ 2705492 h 2732302"/>
              <a:gd name="connsiteX15" fmla="*/ 6875362 w 6875362"/>
              <a:gd name="connsiteY15" fmla="*/ 2728641 h 2732302"/>
              <a:gd name="connsiteX0" fmla="*/ 0 w 6875362"/>
              <a:gd name="connsiteY0" fmla="*/ 2717067 h 2731749"/>
              <a:gd name="connsiteX1" fmla="*/ 544011 w 6875362"/>
              <a:gd name="connsiteY1" fmla="*/ 2717067 h 2731749"/>
              <a:gd name="connsiteX2" fmla="*/ 1111170 w 6875362"/>
              <a:gd name="connsiteY2" fmla="*/ 2659193 h 2731749"/>
              <a:gd name="connsiteX3" fmla="*/ 1423686 w 6875362"/>
              <a:gd name="connsiteY3" fmla="*/ 2462424 h 2731749"/>
              <a:gd name="connsiteX4" fmla="*/ 1655180 w 6875362"/>
              <a:gd name="connsiteY4" fmla="*/ 2300378 h 2731749"/>
              <a:gd name="connsiteX5" fmla="*/ 2071868 w 6875362"/>
              <a:gd name="connsiteY5" fmla="*/ 1258657 h 2731749"/>
              <a:gd name="connsiteX6" fmla="*/ 2882097 w 6875362"/>
              <a:gd name="connsiteY6" fmla="*/ 344257 h 2731749"/>
              <a:gd name="connsiteX7" fmla="*/ 3310360 w 6875362"/>
              <a:gd name="connsiteY7" fmla="*/ 66464 h 2731749"/>
              <a:gd name="connsiteX8" fmla="*/ 3646026 w 6875362"/>
              <a:gd name="connsiteY8" fmla="*/ 8591 h 2731749"/>
              <a:gd name="connsiteX9" fmla="*/ 4039565 w 6875362"/>
              <a:gd name="connsiteY9" fmla="*/ 205361 h 2731749"/>
              <a:gd name="connsiteX10" fmla="*/ 5046562 w 6875362"/>
              <a:gd name="connsiteY10" fmla="*/ 1119760 h 2731749"/>
              <a:gd name="connsiteX11" fmla="*/ 5416952 w 6875362"/>
              <a:gd name="connsiteY11" fmla="*/ 1675345 h 2731749"/>
              <a:gd name="connsiteX12" fmla="*/ 5764193 w 6875362"/>
              <a:gd name="connsiteY12" fmla="*/ 2230930 h 2731749"/>
              <a:gd name="connsiteX13" fmla="*/ 6018836 w 6875362"/>
              <a:gd name="connsiteY13" fmla="*/ 2520297 h 2731749"/>
              <a:gd name="connsiteX14" fmla="*/ 6180881 w 6875362"/>
              <a:gd name="connsiteY14" fmla="*/ 2705492 h 2731749"/>
              <a:gd name="connsiteX15" fmla="*/ 6875362 w 6875362"/>
              <a:gd name="connsiteY15" fmla="*/ 2728641 h 2731749"/>
              <a:gd name="connsiteX0" fmla="*/ 0 w 6875362"/>
              <a:gd name="connsiteY0" fmla="*/ 2717067 h 2728860"/>
              <a:gd name="connsiteX1" fmla="*/ 544011 w 6875362"/>
              <a:gd name="connsiteY1" fmla="*/ 2717067 h 2728860"/>
              <a:gd name="connsiteX2" fmla="*/ 1111170 w 6875362"/>
              <a:gd name="connsiteY2" fmla="*/ 2659193 h 2728860"/>
              <a:gd name="connsiteX3" fmla="*/ 1423686 w 6875362"/>
              <a:gd name="connsiteY3" fmla="*/ 2462424 h 2728860"/>
              <a:gd name="connsiteX4" fmla="*/ 1655180 w 6875362"/>
              <a:gd name="connsiteY4" fmla="*/ 2300378 h 2728860"/>
              <a:gd name="connsiteX5" fmla="*/ 2071868 w 6875362"/>
              <a:gd name="connsiteY5" fmla="*/ 1258657 h 2728860"/>
              <a:gd name="connsiteX6" fmla="*/ 2882097 w 6875362"/>
              <a:gd name="connsiteY6" fmla="*/ 344257 h 2728860"/>
              <a:gd name="connsiteX7" fmla="*/ 3310360 w 6875362"/>
              <a:gd name="connsiteY7" fmla="*/ 66464 h 2728860"/>
              <a:gd name="connsiteX8" fmla="*/ 3646026 w 6875362"/>
              <a:gd name="connsiteY8" fmla="*/ 8591 h 2728860"/>
              <a:gd name="connsiteX9" fmla="*/ 4039565 w 6875362"/>
              <a:gd name="connsiteY9" fmla="*/ 205361 h 2728860"/>
              <a:gd name="connsiteX10" fmla="*/ 5046562 w 6875362"/>
              <a:gd name="connsiteY10" fmla="*/ 1119760 h 2728860"/>
              <a:gd name="connsiteX11" fmla="*/ 5416952 w 6875362"/>
              <a:gd name="connsiteY11" fmla="*/ 1675345 h 2728860"/>
              <a:gd name="connsiteX12" fmla="*/ 5764193 w 6875362"/>
              <a:gd name="connsiteY12" fmla="*/ 2230930 h 2728860"/>
              <a:gd name="connsiteX13" fmla="*/ 6018836 w 6875362"/>
              <a:gd name="connsiteY13" fmla="*/ 2520297 h 2728860"/>
              <a:gd name="connsiteX14" fmla="*/ 6551271 w 6875362"/>
              <a:gd name="connsiteY14" fmla="*/ 2670768 h 2728860"/>
              <a:gd name="connsiteX15" fmla="*/ 6875362 w 6875362"/>
              <a:gd name="connsiteY15" fmla="*/ 2728641 h 2728860"/>
              <a:gd name="connsiteX0" fmla="*/ 0 w 6875362"/>
              <a:gd name="connsiteY0" fmla="*/ 2717067 h 2728798"/>
              <a:gd name="connsiteX1" fmla="*/ 544011 w 6875362"/>
              <a:gd name="connsiteY1" fmla="*/ 2717067 h 2728798"/>
              <a:gd name="connsiteX2" fmla="*/ 1111170 w 6875362"/>
              <a:gd name="connsiteY2" fmla="*/ 2659193 h 2728798"/>
              <a:gd name="connsiteX3" fmla="*/ 1423686 w 6875362"/>
              <a:gd name="connsiteY3" fmla="*/ 2462424 h 2728798"/>
              <a:gd name="connsiteX4" fmla="*/ 1655180 w 6875362"/>
              <a:gd name="connsiteY4" fmla="*/ 2300378 h 2728798"/>
              <a:gd name="connsiteX5" fmla="*/ 2071868 w 6875362"/>
              <a:gd name="connsiteY5" fmla="*/ 1258657 h 2728798"/>
              <a:gd name="connsiteX6" fmla="*/ 2882097 w 6875362"/>
              <a:gd name="connsiteY6" fmla="*/ 344257 h 2728798"/>
              <a:gd name="connsiteX7" fmla="*/ 3310360 w 6875362"/>
              <a:gd name="connsiteY7" fmla="*/ 66464 h 2728798"/>
              <a:gd name="connsiteX8" fmla="*/ 3646026 w 6875362"/>
              <a:gd name="connsiteY8" fmla="*/ 8591 h 2728798"/>
              <a:gd name="connsiteX9" fmla="*/ 4039565 w 6875362"/>
              <a:gd name="connsiteY9" fmla="*/ 205361 h 2728798"/>
              <a:gd name="connsiteX10" fmla="*/ 5046562 w 6875362"/>
              <a:gd name="connsiteY10" fmla="*/ 1119760 h 2728798"/>
              <a:gd name="connsiteX11" fmla="*/ 5416952 w 6875362"/>
              <a:gd name="connsiteY11" fmla="*/ 1675345 h 2728798"/>
              <a:gd name="connsiteX12" fmla="*/ 5764193 w 6875362"/>
              <a:gd name="connsiteY12" fmla="*/ 2230930 h 2728798"/>
              <a:gd name="connsiteX13" fmla="*/ 6018836 w 6875362"/>
              <a:gd name="connsiteY13" fmla="*/ 2520297 h 2728798"/>
              <a:gd name="connsiteX14" fmla="*/ 6551271 w 6875362"/>
              <a:gd name="connsiteY14" fmla="*/ 2670768 h 2728798"/>
              <a:gd name="connsiteX15" fmla="*/ 6875362 w 6875362"/>
              <a:gd name="connsiteY15" fmla="*/ 2728641 h 2728798"/>
              <a:gd name="connsiteX0" fmla="*/ 0 w 6875362"/>
              <a:gd name="connsiteY0" fmla="*/ 2717067 h 2728798"/>
              <a:gd name="connsiteX1" fmla="*/ 544011 w 6875362"/>
              <a:gd name="connsiteY1" fmla="*/ 2717067 h 2728798"/>
              <a:gd name="connsiteX2" fmla="*/ 844953 w 6875362"/>
              <a:gd name="connsiteY2" fmla="*/ 2589745 h 2728798"/>
              <a:gd name="connsiteX3" fmla="*/ 1423686 w 6875362"/>
              <a:gd name="connsiteY3" fmla="*/ 2462424 h 2728798"/>
              <a:gd name="connsiteX4" fmla="*/ 1655180 w 6875362"/>
              <a:gd name="connsiteY4" fmla="*/ 2300378 h 2728798"/>
              <a:gd name="connsiteX5" fmla="*/ 2071868 w 6875362"/>
              <a:gd name="connsiteY5" fmla="*/ 1258657 h 2728798"/>
              <a:gd name="connsiteX6" fmla="*/ 2882097 w 6875362"/>
              <a:gd name="connsiteY6" fmla="*/ 344257 h 2728798"/>
              <a:gd name="connsiteX7" fmla="*/ 3310360 w 6875362"/>
              <a:gd name="connsiteY7" fmla="*/ 66464 h 2728798"/>
              <a:gd name="connsiteX8" fmla="*/ 3646026 w 6875362"/>
              <a:gd name="connsiteY8" fmla="*/ 8591 h 2728798"/>
              <a:gd name="connsiteX9" fmla="*/ 4039565 w 6875362"/>
              <a:gd name="connsiteY9" fmla="*/ 205361 h 2728798"/>
              <a:gd name="connsiteX10" fmla="*/ 5046562 w 6875362"/>
              <a:gd name="connsiteY10" fmla="*/ 1119760 h 2728798"/>
              <a:gd name="connsiteX11" fmla="*/ 5416952 w 6875362"/>
              <a:gd name="connsiteY11" fmla="*/ 1675345 h 2728798"/>
              <a:gd name="connsiteX12" fmla="*/ 5764193 w 6875362"/>
              <a:gd name="connsiteY12" fmla="*/ 2230930 h 2728798"/>
              <a:gd name="connsiteX13" fmla="*/ 6018836 w 6875362"/>
              <a:gd name="connsiteY13" fmla="*/ 2520297 h 2728798"/>
              <a:gd name="connsiteX14" fmla="*/ 6551271 w 6875362"/>
              <a:gd name="connsiteY14" fmla="*/ 2670768 h 2728798"/>
              <a:gd name="connsiteX15" fmla="*/ 6875362 w 6875362"/>
              <a:gd name="connsiteY15" fmla="*/ 2728641 h 2728798"/>
              <a:gd name="connsiteX0" fmla="*/ 0 w 6875362"/>
              <a:gd name="connsiteY0" fmla="*/ 2717067 h 2728798"/>
              <a:gd name="connsiteX1" fmla="*/ 416689 w 6875362"/>
              <a:gd name="connsiteY1" fmla="*/ 2636044 h 2728798"/>
              <a:gd name="connsiteX2" fmla="*/ 844953 w 6875362"/>
              <a:gd name="connsiteY2" fmla="*/ 2589745 h 2728798"/>
              <a:gd name="connsiteX3" fmla="*/ 1423686 w 6875362"/>
              <a:gd name="connsiteY3" fmla="*/ 2462424 h 2728798"/>
              <a:gd name="connsiteX4" fmla="*/ 1655180 w 6875362"/>
              <a:gd name="connsiteY4" fmla="*/ 2300378 h 2728798"/>
              <a:gd name="connsiteX5" fmla="*/ 2071868 w 6875362"/>
              <a:gd name="connsiteY5" fmla="*/ 1258657 h 2728798"/>
              <a:gd name="connsiteX6" fmla="*/ 2882097 w 6875362"/>
              <a:gd name="connsiteY6" fmla="*/ 344257 h 2728798"/>
              <a:gd name="connsiteX7" fmla="*/ 3310360 w 6875362"/>
              <a:gd name="connsiteY7" fmla="*/ 66464 h 2728798"/>
              <a:gd name="connsiteX8" fmla="*/ 3646026 w 6875362"/>
              <a:gd name="connsiteY8" fmla="*/ 8591 h 2728798"/>
              <a:gd name="connsiteX9" fmla="*/ 4039565 w 6875362"/>
              <a:gd name="connsiteY9" fmla="*/ 205361 h 2728798"/>
              <a:gd name="connsiteX10" fmla="*/ 5046562 w 6875362"/>
              <a:gd name="connsiteY10" fmla="*/ 1119760 h 2728798"/>
              <a:gd name="connsiteX11" fmla="*/ 5416952 w 6875362"/>
              <a:gd name="connsiteY11" fmla="*/ 1675345 h 2728798"/>
              <a:gd name="connsiteX12" fmla="*/ 5764193 w 6875362"/>
              <a:gd name="connsiteY12" fmla="*/ 2230930 h 2728798"/>
              <a:gd name="connsiteX13" fmla="*/ 6018836 w 6875362"/>
              <a:gd name="connsiteY13" fmla="*/ 2520297 h 2728798"/>
              <a:gd name="connsiteX14" fmla="*/ 6551271 w 6875362"/>
              <a:gd name="connsiteY14" fmla="*/ 2670768 h 2728798"/>
              <a:gd name="connsiteX15" fmla="*/ 6875362 w 6875362"/>
              <a:gd name="connsiteY15" fmla="*/ 2728641 h 2728798"/>
              <a:gd name="connsiteX0" fmla="*/ 0 w 6956385"/>
              <a:gd name="connsiteY0" fmla="*/ 2647619 h 2728798"/>
              <a:gd name="connsiteX1" fmla="*/ 497712 w 6956385"/>
              <a:gd name="connsiteY1" fmla="*/ 2636044 h 2728798"/>
              <a:gd name="connsiteX2" fmla="*/ 925976 w 6956385"/>
              <a:gd name="connsiteY2" fmla="*/ 2589745 h 2728798"/>
              <a:gd name="connsiteX3" fmla="*/ 1504709 w 6956385"/>
              <a:gd name="connsiteY3" fmla="*/ 2462424 h 2728798"/>
              <a:gd name="connsiteX4" fmla="*/ 1736203 w 6956385"/>
              <a:gd name="connsiteY4" fmla="*/ 2300378 h 2728798"/>
              <a:gd name="connsiteX5" fmla="*/ 2152891 w 6956385"/>
              <a:gd name="connsiteY5" fmla="*/ 1258657 h 2728798"/>
              <a:gd name="connsiteX6" fmla="*/ 2963120 w 6956385"/>
              <a:gd name="connsiteY6" fmla="*/ 344257 h 2728798"/>
              <a:gd name="connsiteX7" fmla="*/ 3391383 w 6956385"/>
              <a:gd name="connsiteY7" fmla="*/ 66464 h 2728798"/>
              <a:gd name="connsiteX8" fmla="*/ 3727049 w 6956385"/>
              <a:gd name="connsiteY8" fmla="*/ 8591 h 2728798"/>
              <a:gd name="connsiteX9" fmla="*/ 4120588 w 6956385"/>
              <a:gd name="connsiteY9" fmla="*/ 205361 h 2728798"/>
              <a:gd name="connsiteX10" fmla="*/ 5127585 w 6956385"/>
              <a:gd name="connsiteY10" fmla="*/ 1119760 h 2728798"/>
              <a:gd name="connsiteX11" fmla="*/ 5497975 w 6956385"/>
              <a:gd name="connsiteY11" fmla="*/ 1675345 h 2728798"/>
              <a:gd name="connsiteX12" fmla="*/ 5845216 w 6956385"/>
              <a:gd name="connsiteY12" fmla="*/ 2230930 h 2728798"/>
              <a:gd name="connsiteX13" fmla="*/ 6099859 w 6956385"/>
              <a:gd name="connsiteY13" fmla="*/ 2520297 h 2728798"/>
              <a:gd name="connsiteX14" fmla="*/ 6632294 w 6956385"/>
              <a:gd name="connsiteY14" fmla="*/ 2670768 h 2728798"/>
              <a:gd name="connsiteX15" fmla="*/ 6956385 w 6956385"/>
              <a:gd name="connsiteY15" fmla="*/ 2728641 h 2728798"/>
              <a:gd name="connsiteX0" fmla="*/ 0 w 6956385"/>
              <a:gd name="connsiteY0" fmla="*/ 2647619 h 2728798"/>
              <a:gd name="connsiteX1" fmla="*/ 462988 w 6956385"/>
              <a:gd name="connsiteY1" fmla="*/ 2555021 h 2728798"/>
              <a:gd name="connsiteX2" fmla="*/ 925976 w 6956385"/>
              <a:gd name="connsiteY2" fmla="*/ 2589745 h 2728798"/>
              <a:gd name="connsiteX3" fmla="*/ 1504709 w 6956385"/>
              <a:gd name="connsiteY3" fmla="*/ 2462424 h 2728798"/>
              <a:gd name="connsiteX4" fmla="*/ 1736203 w 6956385"/>
              <a:gd name="connsiteY4" fmla="*/ 2300378 h 2728798"/>
              <a:gd name="connsiteX5" fmla="*/ 2152891 w 6956385"/>
              <a:gd name="connsiteY5" fmla="*/ 1258657 h 2728798"/>
              <a:gd name="connsiteX6" fmla="*/ 2963120 w 6956385"/>
              <a:gd name="connsiteY6" fmla="*/ 344257 h 2728798"/>
              <a:gd name="connsiteX7" fmla="*/ 3391383 w 6956385"/>
              <a:gd name="connsiteY7" fmla="*/ 66464 h 2728798"/>
              <a:gd name="connsiteX8" fmla="*/ 3727049 w 6956385"/>
              <a:gd name="connsiteY8" fmla="*/ 8591 h 2728798"/>
              <a:gd name="connsiteX9" fmla="*/ 4120588 w 6956385"/>
              <a:gd name="connsiteY9" fmla="*/ 205361 h 2728798"/>
              <a:gd name="connsiteX10" fmla="*/ 5127585 w 6956385"/>
              <a:gd name="connsiteY10" fmla="*/ 1119760 h 2728798"/>
              <a:gd name="connsiteX11" fmla="*/ 5497975 w 6956385"/>
              <a:gd name="connsiteY11" fmla="*/ 1675345 h 2728798"/>
              <a:gd name="connsiteX12" fmla="*/ 5845216 w 6956385"/>
              <a:gd name="connsiteY12" fmla="*/ 2230930 h 2728798"/>
              <a:gd name="connsiteX13" fmla="*/ 6099859 w 6956385"/>
              <a:gd name="connsiteY13" fmla="*/ 2520297 h 2728798"/>
              <a:gd name="connsiteX14" fmla="*/ 6632294 w 6956385"/>
              <a:gd name="connsiteY14" fmla="*/ 2670768 h 2728798"/>
              <a:gd name="connsiteX15" fmla="*/ 6956385 w 6956385"/>
              <a:gd name="connsiteY15" fmla="*/ 2728641 h 2728798"/>
              <a:gd name="connsiteX0" fmla="*/ 0 w 6956385"/>
              <a:gd name="connsiteY0" fmla="*/ 2647619 h 2728798"/>
              <a:gd name="connsiteX1" fmla="*/ 462988 w 6956385"/>
              <a:gd name="connsiteY1" fmla="*/ 2555021 h 2728798"/>
              <a:gd name="connsiteX2" fmla="*/ 856528 w 6956385"/>
              <a:gd name="connsiteY2" fmla="*/ 2462423 h 2728798"/>
              <a:gd name="connsiteX3" fmla="*/ 1504709 w 6956385"/>
              <a:gd name="connsiteY3" fmla="*/ 2462424 h 2728798"/>
              <a:gd name="connsiteX4" fmla="*/ 1736203 w 6956385"/>
              <a:gd name="connsiteY4" fmla="*/ 2300378 h 2728798"/>
              <a:gd name="connsiteX5" fmla="*/ 2152891 w 6956385"/>
              <a:gd name="connsiteY5" fmla="*/ 1258657 h 2728798"/>
              <a:gd name="connsiteX6" fmla="*/ 2963120 w 6956385"/>
              <a:gd name="connsiteY6" fmla="*/ 344257 h 2728798"/>
              <a:gd name="connsiteX7" fmla="*/ 3391383 w 6956385"/>
              <a:gd name="connsiteY7" fmla="*/ 66464 h 2728798"/>
              <a:gd name="connsiteX8" fmla="*/ 3727049 w 6956385"/>
              <a:gd name="connsiteY8" fmla="*/ 8591 h 2728798"/>
              <a:gd name="connsiteX9" fmla="*/ 4120588 w 6956385"/>
              <a:gd name="connsiteY9" fmla="*/ 205361 h 2728798"/>
              <a:gd name="connsiteX10" fmla="*/ 5127585 w 6956385"/>
              <a:gd name="connsiteY10" fmla="*/ 1119760 h 2728798"/>
              <a:gd name="connsiteX11" fmla="*/ 5497975 w 6956385"/>
              <a:gd name="connsiteY11" fmla="*/ 1675345 h 2728798"/>
              <a:gd name="connsiteX12" fmla="*/ 5845216 w 6956385"/>
              <a:gd name="connsiteY12" fmla="*/ 2230930 h 2728798"/>
              <a:gd name="connsiteX13" fmla="*/ 6099859 w 6956385"/>
              <a:gd name="connsiteY13" fmla="*/ 2520297 h 2728798"/>
              <a:gd name="connsiteX14" fmla="*/ 6632294 w 6956385"/>
              <a:gd name="connsiteY14" fmla="*/ 2670768 h 2728798"/>
              <a:gd name="connsiteX15" fmla="*/ 6956385 w 6956385"/>
              <a:gd name="connsiteY15" fmla="*/ 2728641 h 2728798"/>
              <a:gd name="connsiteX0" fmla="*/ 0 w 6956385"/>
              <a:gd name="connsiteY0" fmla="*/ 2647619 h 2728798"/>
              <a:gd name="connsiteX1" fmla="*/ 462988 w 6956385"/>
              <a:gd name="connsiteY1" fmla="*/ 2555021 h 2728798"/>
              <a:gd name="connsiteX2" fmla="*/ 856528 w 6956385"/>
              <a:gd name="connsiteY2" fmla="*/ 2462423 h 2728798"/>
              <a:gd name="connsiteX3" fmla="*/ 1400537 w 6956385"/>
              <a:gd name="connsiteY3" fmla="*/ 2369827 h 2728798"/>
              <a:gd name="connsiteX4" fmla="*/ 1736203 w 6956385"/>
              <a:gd name="connsiteY4" fmla="*/ 2300378 h 2728798"/>
              <a:gd name="connsiteX5" fmla="*/ 2152891 w 6956385"/>
              <a:gd name="connsiteY5" fmla="*/ 1258657 h 2728798"/>
              <a:gd name="connsiteX6" fmla="*/ 2963120 w 6956385"/>
              <a:gd name="connsiteY6" fmla="*/ 344257 h 2728798"/>
              <a:gd name="connsiteX7" fmla="*/ 3391383 w 6956385"/>
              <a:gd name="connsiteY7" fmla="*/ 66464 h 2728798"/>
              <a:gd name="connsiteX8" fmla="*/ 3727049 w 6956385"/>
              <a:gd name="connsiteY8" fmla="*/ 8591 h 2728798"/>
              <a:gd name="connsiteX9" fmla="*/ 4120588 w 6956385"/>
              <a:gd name="connsiteY9" fmla="*/ 205361 h 2728798"/>
              <a:gd name="connsiteX10" fmla="*/ 5127585 w 6956385"/>
              <a:gd name="connsiteY10" fmla="*/ 1119760 h 2728798"/>
              <a:gd name="connsiteX11" fmla="*/ 5497975 w 6956385"/>
              <a:gd name="connsiteY11" fmla="*/ 1675345 h 2728798"/>
              <a:gd name="connsiteX12" fmla="*/ 5845216 w 6956385"/>
              <a:gd name="connsiteY12" fmla="*/ 2230930 h 2728798"/>
              <a:gd name="connsiteX13" fmla="*/ 6099859 w 6956385"/>
              <a:gd name="connsiteY13" fmla="*/ 2520297 h 2728798"/>
              <a:gd name="connsiteX14" fmla="*/ 6632294 w 6956385"/>
              <a:gd name="connsiteY14" fmla="*/ 2670768 h 2728798"/>
              <a:gd name="connsiteX15" fmla="*/ 6956385 w 6956385"/>
              <a:gd name="connsiteY15" fmla="*/ 2728641 h 2728798"/>
              <a:gd name="connsiteX0" fmla="*/ 0 w 6956385"/>
              <a:gd name="connsiteY0" fmla="*/ 2647619 h 2728798"/>
              <a:gd name="connsiteX1" fmla="*/ 462988 w 6956385"/>
              <a:gd name="connsiteY1" fmla="*/ 2555021 h 2728798"/>
              <a:gd name="connsiteX2" fmla="*/ 856528 w 6956385"/>
              <a:gd name="connsiteY2" fmla="*/ 2462423 h 2728798"/>
              <a:gd name="connsiteX3" fmla="*/ 1423686 w 6956385"/>
              <a:gd name="connsiteY3" fmla="*/ 2450850 h 2728798"/>
              <a:gd name="connsiteX4" fmla="*/ 1736203 w 6956385"/>
              <a:gd name="connsiteY4" fmla="*/ 2300378 h 2728798"/>
              <a:gd name="connsiteX5" fmla="*/ 2152891 w 6956385"/>
              <a:gd name="connsiteY5" fmla="*/ 1258657 h 2728798"/>
              <a:gd name="connsiteX6" fmla="*/ 2963120 w 6956385"/>
              <a:gd name="connsiteY6" fmla="*/ 344257 h 2728798"/>
              <a:gd name="connsiteX7" fmla="*/ 3391383 w 6956385"/>
              <a:gd name="connsiteY7" fmla="*/ 66464 h 2728798"/>
              <a:gd name="connsiteX8" fmla="*/ 3727049 w 6956385"/>
              <a:gd name="connsiteY8" fmla="*/ 8591 h 2728798"/>
              <a:gd name="connsiteX9" fmla="*/ 4120588 w 6956385"/>
              <a:gd name="connsiteY9" fmla="*/ 205361 h 2728798"/>
              <a:gd name="connsiteX10" fmla="*/ 5127585 w 6956385"/>
              <a:gd name="connsiteY10" fmla="*/ 1119760 h 2728798"/>
              <a:gd name="connsiteX11" fmla="*/ 5497975 w 6956385"/>
              <a:gd name="connsiteY11" fmla="*/ 1675345 h 2728798"/>
              <a:gd name="connsiteX12" fmla="*/ 5845216 w 6956385"/>
              <a:gd name="connsiteY12" fmla="*/ 2230930 h 2728798"/>
              <a:gd name="connsiteX13" fmla="*/ 6099859 w 6956385"/>
              <a:gd name="connsiteY13" fmla="*/ 2520297 h 2728798"/>
              <a:gd name="connsiteX14" fmla="*/ 6632294 w 6956385"/>
              <a:gd name="connsiteY14" fmla="*/ 2670768 h 2728798"/>
              <a:gd name="connsiteX15" fmla="*/ 6956385 w 6956385"/>
              <a:gd name="connsiteY15" fmla="*/ 2728641 h 2728798"/>
              <a:gd name="connsiteX0" fmla="*/ 0 w 6956385"/>
              <a:gd name="connsiteY0" fmla="*/ 2647619 h 2728798"/>
              <a:gd name="connsiteX1" fmla="*/ 462988 w 6956385"/>
              <a:gd name="connsiteY1" fmla="*/ 2555021 h 2728798"/>
              <a:gd name="connsiteX2" fmla="*/ 879677 w 6956385"/>
              <a:gd name="connsiteY2" fmla="*/ 2555021 h 2728798"/>
              <a:gd name="connsiteX3" fmla="*/ 1423686 w 6956385"/>
              <a:gd name="connsiteY3" fmla="*/ 2450850 h 2728798"/>
              <a:gd name="connsiteX4" fmla="*/ 1736203 w 6956385"/>
              <a:gd name="connsiteY4" fmla="*/ 2300378 h 2728798"/>
              <a:gd name="connsiteX5" fmla="*/ 2152891 w 6956385"/>
              <a:gd name="connsiteY5" fmla="*/ 1258657 h 2728798"/>
              <a:gd name="connsiteX6" fmla="*/ 2963120 w 6956385"/>
              <a:gd name="connsiteY6" fmla="*/ 344257 h 2728798"/>
              <a:gd name="connsiteX7" fmla="*/ 3391383 w 6956385"/>
              <a:gd name="connsiteY7" fmla="*/ 66464 h 2728798"/>
              <a:gd name="connsiteX8" fmla="*/ 3727049 w 6956385"/>
              <a:gd name="connsiteY8" fmla="*/ 8591 h 2728798"/>
              <a:gd name="connsiteX9" fmla="*/ 4120588 w 6956385"/>
              <a:gd name="connsiteY9" fmla="*/ 205361 h 2728798"/>
              <a:gd name="connsiteX10" fmla="*/ 5127585 w 6956385"/>
              <a:gd name="connsiteY10" fmla="*/ 1119760 h 2728798"/>
              <a:gd name="connsiteX11" fmla="*/ 5497975 w 6956385"/>
              <a:gd name="connsiteY11" fmla="*/ 1675345 h 2728798"/>
              <a:gd name="connsiteX12" fmla="*/ 5845216 w 6956385"/>
              <a:gd name="connsiteY12" fmla="*/ 2230930 h 2728798"/>
              <a:gd name="connsiteX13" fmla="*/ 6099859 w 6956385"/>
              <a:gd name="connsiteY13" fmla="*/ 2520297 h 2728798"/>
              <a:gd name="connsiteX14" fmla="*/ 6632294 w 6956385"/>
              <a:gd name="connsiteY14" fmla="*/ 2670768 h 2728798"/>
              <a:gd name="connsiteX15" fmla="*/ 6956385 w 6956385"/>
              <a:gd name="connsiteY15" fmla="*/ 2728641 h 2728798"/>
              <a:gd name="connsiteX0" fmla="*/ 0 w 6956385"/>
              <a:gd name="connsiteY0" fmla="*/ 2647619 h 2728798"/>
              <a:gd name="connsiteX1" fmla="*/ 393540 w 6956385"/>
              <a:gd name="connsiteY1" fmla="*/ 2555021 h 2728798"/>
              <a:gd name="connsiteX2" fmla="*/ 879677 w 6956385"/>
              <a:gd name="connsiteY2" fmla="*/ 2555021 h 2728798"/>
              <a:gd name="connsiteX3" fmla="*/ 1423686 w 6956385"/>
              <a:gd name="connsiteY3" fmla="*/ 2450850 h 2728798"/>
              <a:gd name="connsiteX4" fmla="*/ 1736203 w 6956385"/>
              <a:gd name="connsiteY4" fmla="*/ 2300378 h 2728798"/>
              <a:gd name="connsiteX5" fmla="*/ 2152891 w 6956385"/>
              <a:gd name="connsiteY5" fmla="*/ 1258657 h 2728798"/>
              <a:gd name="connsiteX6" fmla="*/ 2963120 w 6956385"/>
              <a:gd name="connsiteY6" fmla="*/ 344257 h 2728798"/>
              <a:gd name="connsiteX7" fmla="*/ 3391383 w 6956385"/>
              <a:gd name="connsiteY7" fmla="*/ 66464 h 2728798"/>
              <a:gd name="connsiteX8" fmla="*/ 3727049 w 6956385"/>
              <a:gd name="connsiteY8" fmla="*/ 8591 h 2728798"/>
              <a:gd name="connsiteX9" fmla="*/ 4120588 w 6956385"/>
              <a:gd name="connsiteY9" fmla="*/ 205361 h 2728798"/>
              <a:gd name="connsiteX10" fmla="*/ 5127585 w 6956385"/>
              <a:gd name="connsiteY10" fmla="*/ 1119760 h 2728798"/>
              <a:gd name="connsiteX11" fmla="*/ 5497975 w 6956385"/>
              <a:gd name="connsiteY11" fmla="*/ 1675345 h 2728798"/>
              <a:gd name="connsiteX12" fmla="*/ 5845216 w 6956385"/>
              <a:gd name="connsiteY12" fmla="*/ 2230930 h 2728798"/>
              <a:gd name="connsiteX13" fmla="*/ 6099859 w 6956385"/>
              <a:gd name="connsiteY13" fmla="*/ 2520297 h 2728798"/>
              <a:gd name="connsiteX14" fmla="*/ 6632294 w 6956385"/>
              <a:gd name="connsiteY14" fmla="*/ 2670768 h 2728798"/>
              <a:gd name="connsiteX15" fmla="*/ 6956385 w 6956385"/>
              <a:gd name="connsiteY15" fmla="*/ 2728641 h 2728798"/>
              <a:gd name="connsiteX0" fmla="*/ 0 w 6956385"/>
              <a:gd name="connsiteY0" fmla="*/ 2647619 h 2728798"/>
              <a:gd name="connsiteX1" fmla="*/ 393540 w 6956385"/>
              <a:gd name="connsiteY1" fmla="*/ 2555021 h 2728798"/>
              <a:gd name="connsiteX2" fmla="*/ 879677 w 6956385"/>
              <a:gd name="connsiteY2" fmla="*/ 2555021 h 2728798"/>
              <a:gd name="connsiteX3" fmla="*/ 1423686 w 6956385"/>
              <a:gd name="connsiteY3" fmla="*/ 2450850 h 2728798"/>
              <a:gd name="connsiteX4" fmla="*/ 1655180 w 6956385"/>
              <a:gd name="connsiteY4" fmla="*/ 2242505 h 2728798"/>
              <a:gd name="connsiteX5" fmla="*/ 2152891 w 6956385"/>
              <a:gd name="connsiteY5" fmla="*/ 1258657 h 2728798"/>
              <a:gd name="connsiteX6" fmla="*/ 2963120 w 6956385"/>
              <a:gd name="connsiteY6" fmla="*/ 344257 h 2728798"/>
              <a:gd name="connsiteX7" fmla="*/ 3391383 w 6956385"/>
              <a:gd name="connsiteY7" fmla="*/ 66464 h 2728798"/>
              <a:gd name="connsiteX8" fmla="*/ 3727049 w 6956385"/>
              <a:gd name="connsiteY8" fmla="*/ 8591 h 2728798"/>
              <a:gd name="connsiteX9" fmla="*/ 4120588 w 6956385"/>
              <a:gd name="connsiteY9" fmla="*/ 205361 h 2728798"/>
              <a:gd name="connsiteX10" fmla="*/ 5127585 w 6956385"/>
              <a:gd name="connsiteY10" fmla="*/ 1119760 h 2728798"/>
              <a:gd name="connsiteX11" fmla="*/ 5497975 w 6956385"/>
              <a:gd name="connsiteY11" fmla="*/ 1675345 h 2728798"/>
              <a:gd name="connsiteX12" fmla="*/ 5845216 w 6956385"/>
              <a:gd name="connsiteY12" fmla="*/ 2230930 h 2728798"/>
              <a:gd name="connsiteX13" fmla="*/ 6099859 w 6956385"/>
              <a:gd name="connsiteY13" fmla="*/ 2520297 h 2728798"/>
              <a:gd name="connsiteX14" fmla="*/ 6632294 w 6956385"/>
              <a:gd name="connsiteY14" fmla="*/ 2670768 h 2728798"/>
              <a:gd name="connsiteX15" fmla="*/ 6956385 w 6956385"/>
              <a:gd name="connsiteY15" fmla="*/ 2728641 h 2728798"/>
              <a:gd name="connsiteX0" fmla="*/ 0 w 6956385"/>
              <a:gd name="connsiteY0" fmla="*/ 2647619 h 2728798"/>
              <a:gd name="connsiteX1" fmla="*/ 419989 w 6956385"/>
              <a:gd name="connsiteY1" fmla="*/ 2624099 h 2728798"/>
              <a:gd name="connsiteX2" fmla="*/ 879677 w 6956385"/>
              <a:gd name="connsiteY2" fmla="*/ 2555021 h 2728798"/>
              <a:gd name="connsiteX3" fmla="*/ 1423686 w 6956385"/>
              <a:gd name="connsiteY3" fmla="*/ 2450850 h 2728798"/>
              <a:gd name="connsiteX4" fmla="*/ 1655180 w 6956385"/>
              <a:gd name="connsiteY4" fmla="*/ 2242505 h 2728798"/>
              <a:gd name="connsiteX5" fmla="*/ 2152891 w 6956385"/>
              <a:gd name="connsiteY5" fmla="*/ 1258657 h 2728798"/>
              <a:gd name="connsiteX6" fmla="*/ 2963120 w 6956385"/>
              <a:gd name="connsiteY6" fmla="*/ 344257 h 2728798"/>
              <a:gd name="connsiteX7" fmla="*/ 3391383 w 6956385"/>
              <a:gd name="connsiteY7" fmla="*/ 66464 h 2728798"/>
              <a:gd name="connsiteX8" fmla="*/ 3727049 w 6956385"/>
              <a:gd name="connsiteY8" fmla="*/ 8591 h 2728798"/>
              <a:gd name="connsiteX9" fmla="*/ 4120588 w 6956385"/>
              <a:gd name="connsiteY9" fmla="*/ 205361 h 2728798"/>
              <a:gd name="connsiteX10" fmla="*/ 5127585 w 6956385"/>
              <a:gd name="connsiteY10" fmla="*/ 1119760 h 2728798"/>
              <a:gd name="connsiteX11" fmla="*/ 5497975 w 6956385"/>
              <a:gd name="connsiteY11" fmla="*/ 1675345 h 2728798"/>
              <a:gd name="connsiteX12" fmla="*/ 5845216 w 6956385"/>
              <a:gd name="connsiteY12" fmla="*/ 2230930 h 2728798"/>
              <a:gd name="connsiteX13" fmla="*/ 6099859 w 6956385"/>
              <a:gd name="connsiteY13" fmla="*/ 2520297 h 2728798"/>
              <a:gd name="connsiteX14" fmla="*/ 6632294 w 6956385"/>
              <a:gd name="connsiteY14" fmla="*/ 2670768 h 2728798"/>
              <a:gd name="connsiteX15" fmla="*/ 6956385 w 6956385"/>
              <a:gd name="connsiteY15" fmla="*/ 2728641 h 2728798"/>
              <a:gd name="connsiteX0" fmla="*/ 0 w 6956385"/>
              <a:gd name="connsiteY0" fmla="*/ 2647619 h 2728798"/>
              <a:gd name="connsiteX1" fmla="*/ 419989 w 6956385"/>
              <a:gd name="connsiteY1" fmla="*/ 2624099 h 2728798"/>
              <a:gd name="connsiteX2" fmla="*/ 879677 w 6956385"/>
              <a:gd name="connsiteY2" fmla="*/ 2468673 h 2728798"/>
              <a:gd name="connsiteX3" fmla="*/ 1423686 w 6956385"/>
              <a:gd name="connsiteY3" fmla="*/ 2450850 h 2728798"/>
              <a:gd name="connsiteX4" fmla="*/ 1655180 w 6956385"/>
              <a:gd name="connsiteY4" fmla="*/ 2242505 h 2728798"/>
              <a:gd name="connsiteX5" fmla="*/ 2152891 w 6956385"/>
              <a:gd name="connsiteY5" fmla="*/ 1258657 h 2728798"/>
              <a:gd name="connsiteX6" fmla="*/ 2963120 w 6956385"/>
              <a:gd name="connsiteY6" fmla="*/ 344257 h 2728798"/>
              <a:gd name="connsiteX7" fmla="*/ 3391383 w 6956385"/>
              <a:gd name="connsiteY7" fmla="*/ 66464 h 2728798"/>
              <a:gd name="connsiteX8" fmla="*/ 3727049 w 6956385"/>
              <a:gd name="connsiteY8" fmla="*/ 8591 h 2728798"/>
              <a:gd name="connsiteX9" fmla="*/ 4120588 w 6956385"/>
              <a:gd name="connsiteY9" fmla="*/ 205361 h 2728798"/>
              <a:gd name="connsiteX10" fmla="*/ 5127585 w 6956385"/>
              <a:gd name="connsiteY10" fmla="*/ 1119760 h 2728798"/>
              <a:gd name="connsiteX11" fmla="*/ 5497975 w 6956385"/>
              <a:gd name="connsiteY11" fmla="*/ 1675345 h 2728798"/>
              <a:gd name="connsiteX12" fmla="*/ 5845216 w 6956385"/>
              <a:gd name="connsiteY12" fmla="*/ 2230930 h 2728798"/>
              <a:gd name="connsiteX13" fmla="*/ 6099859 w 6956385"/>
              <a:gd name="connsiteY13" fmla="*/ 2520297 h 2728798"/>
              <a:gd name="connsiteX14" fmla="*/ 6632294 w 6956385"/>
              <a:gd name="connsiteY14" fmla="*/ 2670768 h 2728798"/>
              <a:gd name="connsiteX15" fmla="*/ 6956385 w 6956385"/>
              <a:gd name="connsiteY15" fmla="*/ 2728641 h 2728798"/>
              <a:gd name="connsiteX0" fmla="*/ 0 w 6956385"/>
              <a:gd name="connsiteY0" fmla="*/ 2647619 h 2728798"/>
              <a:gd name="connsiteX1" fmla="*/ 419989 w 6956385"/>
              <a:gd name="connsiteY1" fmla="*/ 2624099 h 2728798"/>
              <a:gd name="connsiteX2" fmla="*/ 879677 w 6956385"/>
              <a:gd name="connsiteY2" fmla="*/ 2468673 h 2728798"/>
              <a:gd name="connsiteX3" fmla="*/ 1397236 w 6956385"/>
              <a:gd name="connsiteY3" fmla="*/ 2347234 h 2728798"/>
              <a:gd name="connsiteX4" fmla="*/ 1655180 w 6956385"/>
              <a:gd name="connsiteY4" fmla="*/ 2242505 h 2728798"/>
              <a:gd name="connsiteX5" fmla="*/ 2152891 w 6956385"/>
              <a:gd name="connsiteY5" fmla="*/ 1258657 h 2728798"/>
              <a:gd name="connsiteX6" fmla="*/ 2963120 w 6956385"/>
              <a:gd name="connsiteY6" fmla="*/ 344257 h 2728798"/>
              <a:gd name="connsiteX7" fmla="*/ 3391383 w 6956385"/>
              <a:gd name="connsiteY7" fmla="*/ 66464 h 2728798"/>
              <a:gd name="connsiteX8" fmla="*/ 3727049 w 6956385"/>
              <a:gd name="connsiteY8" fmla="*/ 8591 h 2728798"/>
              <a:gd name="connsiteX9" fmla="*/ 4120588 w 6956385"/>
              <a:gd name="connsiteY9" fmla="*/ 205361 h 2728798"/>
              <a:gd name="connsiteX10" fmla="*/ 5127585 w 6956385"/>
              <a:gd name="connsiteY10" fmla="*/ 1119760 h 2728798"/>
              <a:gd name="connsiteX11" fmla="*/ 5497975 w 6956385"/>
              <a:gd name="connsiteY11" fmla="*/ 1675345 h 2728798"/>
              <a:gd name="connsiteX12" fmla="*/ 5845216 w 6956385"/>
              <a:gd name="connsiteY12" fmla="*/ 2230930 h 2728798"/>
              <a:gd name="connsiteX13" fmla="*/ 6099859 w 6956385"/>
              <a:gd name="connsiteY13" fmla="*/ 2520297 h 2728798"/>
              <a:gd name="connsiteX14" fmla="*/ 6632294 w 6956385"/>
              <a:gd name="connsiteY14" fmla="*/ 2670768 h 2728798"/>
              <a:gd name="connsiteX15" fmla="*/ 6956385 w 6956385"/>
              <a:gd name="connsiteY15" fmla="*/ 2728641 h 2728798"/>
              <a:gd name="connsiteX0" fmla="*/ 0 w 6956385"/>
              <a:gd name="connsiteY0" fmla="*/ 2647619 h 2728798"/>
              <a:gd name="connsiteX1" fmla="*/ 419989 w 6956385"/>
              <a:gd name="connsiteY1" fmla="*/ 2624099 h 2728798"/>
              <a:gd name="connsiteX2" fmla="*/ 879677 w 6956385"/>
              <a:gd name="connsiteY2" fmla="*/ 2468673 h 2728798"/>
              <a:gd name="connsiteX3" fmla="*/ 1397236 w 6956385"/>
              <a:gd name="connsiteY3" fmla="*/ 2347234 h 2728798"/>
              <a:gd name="connsiteX4" fmla="*/ 1602281 w 6956385"/>
              <a:gd name="connsiteY4" fmla="*/ 2138888 h 2728798"/>
              <a:gd name="connsiteX5" fmla="*/ 2152891 w 6956385"/>
              <a:gd name="connsiteY5" fmla="*/ 1258657 h 2728798"/>
              <a:gd name="connsiteX6" fmla="*/ 2963120 w 6956385"/>
              <a:gd name="connsiteY6" fmla="*/ 344257 h 2728798"/>
              <a:gd name="connsiteX7" fmla="*/ 3391383 w 6956385"/>
              <a:gd name="connsiteY7" fmla="*/ 66464 h 2728798"/>
              <a:gd name="connsiteX8" fmla="*/ 3727049 w 6956385"/>
              <a:gd name="connsiteY8" fmla="*/ 8591 h 2728798"/>
              <a:gd name="connsiteX9" fmla="*/ 4120588 w 6956385"/>
              <a:gd name="connsiteY9" fmla="*/ 205361 h 2728798"/>
              <a:gd name="connsiteX10" fmla="*/ 5127585 w 6956385"/>
              <a:gd name="connsiteY10" fmla="*/ 1119760 h 2728798"/>
              <a:gd name="connsiteX11" fmla="*/ 5497975 w 6956385"/>
              <a:gd name="connsiteY11" fmla="*/ 1675345 h 2728798"/>
              <a:gd name="connsiteX12" fmla="*/ 5845216 w 6956385"/>
              <a:gd name="connsiteY12" fmla="*/ 2230930 h 2728798"/>
              <a:gd name="connsiteX13" fmla="*/ 6099859 w 6956385"/>
              <a:gd name="connsiteY13" fmla="*/ 2520297 h 2728798"/>
              <a:gd name="connsiteX14" fmla="*/ 6632294 w 6956385"/>
              <a:gd name="connsiteY14" fmla="*/ 2670768 h 2728798"/>
              <a:gd name="connsiteX15" fmla="*/ 6956385 w 6956385"/>
              <a:gd name="connsiteY15" fmla="*/ 2728641 h 2728798"/>
              <a:gd name="connsiteX0" fmla="*/ 0 w 6956385"/>
              <a:gd name="connsiteY0" fmla="*/ 2647619 h 2728798"/>
              <a:gd name="connsiteX1" fmla="*/ 419989 w 6956385"/>
              <a:gd name="connsiteY1" fmla="*/ 2624099 h 2728798"/>
              <a:gd name="connsiteX2" fmla="*/ 879677 w 6956385"/>
              <a:gd name="connsiteY2" fmla="*/ 2468673 h 2728798"/>
              <a:gd name="connsiteX3" fmla="*/ 1370786 w 6956385"/>
              <a:gd name="connsiteY3" fmla="*/ 2329964 h 2728798"/>
              <a:gd name="connsiteX4" fmla="*/ 1602281 w 6956385"/>
              <a:gd name="connsiteY4" fmla="*/ 2138888 h 2728798"/>
              <a:gd name="connsiteX5" fmla="*/ 2152891 w 6956385"/>
              <a:gd name="connsiteY5" fmla="*/ 1258657 h 2728798"/>
              <a:gd name="connsiteX6" fmla="*/ 2963120 w 6956385"/>
              <a:gd name="connsiteY6" fmla="*/ 344257 h 2728798"/>
              <a:gd name="connsiteX7" fmla="*/ 3391383 w 6956385"/>
              <a:gd name="connsiteY7" fmla="*/ 66464 h 2728798"/>
              <a:gd name="connsiteX8" fmla="*/ 3727049 w 6956385"/>
              <a:gd name="connsiteY8" fmla="*/ 8591 h 2728798"/>
              <a:gd name="connsiteX9" fmla="*/ 4120588 w 6956385"/>
              <a:gd name="connsiteY9" fmla="*/ 205361 h 2728798"/>
              <a:gd name="connsiteX10" fmla="*/ 5127585 w 6956385"/>
              <a:gd name="connsiteY10" fmla="*/ 1119760 h 2728798"/>
              <a:gd name="connsiteX11" fmla="*/ 5497975 w 6956385"/>
              <a:gd name="connsiteY11" fmla="*/ 1675345 h 2728798"/>
              <a:gd name="connsiteX12" fmla="*/ 5845216 w 6956385"/>
              <a:gd name="connsiteY12" fmla="*/ 2230930 h 2728798"/>
              <a:gd name="connsiteX13" fmla="*/ 6099859 w 6956385"/>
              <a:gd name="connsiteY13" fmla="*/ 2520297 h 2728798"/>
              <a:gd name="connsiteX14" fmla="*/ 6632294 w 6956385"/>
              <a:gd name="connsiteY14" fmla="*/ 2670768 h 2728798"/>
              <a:gd name="connsiteX15" fmla="*/ 6956385 w 6956385"/>
              <a:gd name="connsiteY15" fmla="*/ 2728641 h 2728798"/>
              <a:gd name="connsiteX0" fmla="*/ 0 w 6956385"/>
              <a:gd name="connsiteY0" fmla="*/ 2647619 h 2728798"/>
              <a:gd name="connsiteX1" fmla="*/ 419989 w 6956385"/>
              <a:gd name="connsiteY1" fmla="*/ 2624099 h 2728798"/>
              <a:gd name="connsiteX2" fmla="*/ 985478 w 6956385"/>
              <a:gd name="connsiteY2" fmla="*/ 2506604 h 2728798"/>
              <a:gd name="connsiteX3" fmla="*/ 1370786 w 6956385"/>
              <a:gd name="connsiteY3" fmla="*/ 2329964 h 2728798"/>
              <a:gd name="connsiteX4" fmla="*/ 1602281 w 6956385"/>
              <a:gd name="connsiteY4" fmla="*/ 2138888 h 2728798"/>
              <a:gd name="connsiteX5" fmla="*/ 2152891 w 6956385"/>
              <a:gd name="connsiteY5" fmla="*/ 1258657 h 2728798"/>
              <a:gd name="connsiteX6" fmla="*/ 2963120 w 6956385"/>
              <a:gd name="connsiteY6" fmla="*/ 344257 h 2728798"/>
              <a:gd name="connsiteX7" fmla="*/ 3391383 w 6956385"/>
              <a:gd name="connsiteY7" fmla="*/ 66464 h 2728798"/>
              <a:gd name="connsiteX8" fmla="*/ 3727049 w 6956385"/>
              <a:gd name="connsiteY8" fmla="*/ 8591 h 2728798"/>
              <a:gd name="connsiteX9" fmla="*/ 4120588 w 6956385"/>
              <a:gd name="connsiteY9" fmla="*/ 205361 h 2728798"/>
              <a:gd name="connsiteX10" fmla="*/ 5127585 w 6956385"/>
              <a:gd name="connsiteY10" fmla="*/ 1119760 h 2728798"/>
              <a:gd name="connsiteX11" fmla="*/ 5497975 w 6956385"/>
              <a:gd name="connsiteY11" fmla="*/ 1675345 h 2728798"/>
              <a:gd name="connsiteX12" fmla="*/ 5845216 w 6956385"/>
              <a:gd name="connsiteY12" fmla="*/ 2230930 h 2728798"/>
              <a:gd name="connsiteX13" fmla="*/ 6099859 w 6956385"/>
              <a:gd name="connsiteY13" fmla="*/ 2520297 h 2728798"/>
              <a:gd name="connsiteX14" fmla="*/ 6632294 w 6956385"/>
              <a:gd name="connsiteY14" fmla="*/ 2670768 h 2728798"/>
              <a:gd name="connsiteX15" fmla="*/ 6956385 w 6956385"/>
              <a:gd name="connsiteY15" fmla="*/ 2728641 h 2728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956385" h="2728798">
                <a:moveTo>
                  <a:pt x="0" y="2647619"/>
                </a:moveTo>
                <a:cubicBezTo>
                  <a:pt x="179408" y="2652442"/>
                  <a:pt x="255743" y="2647601"/>
                  <a:pt x="419989" y="2624099"/>
                </a:cubicBezTo>
                <a:cubicBezTo>
                  <a:pt x="584235" y="2600597"/>
                  <a:pt x="827012" y="2555626"/>
                  <a:pt x="985478" y="2506604"/>
                </a:cubicBezTo>
                <a:cubicBezTo>
                  <a:pt x="1143944" y="2457582"/>
                  <a:pt x="1267986" y="2391250"/>
                  <a:pt x="1370786" y="2329964"/>
                </a:cubicBezTo>
                <a:cubicBezTo>
                  <a:pt x="1473586" y="2268678"/>
                  <a:pt x="1471930" y="2317439"/>
                  <a:pt x="1602281" y="2138888"/>
                </a:cubicBezTo>
                <a:cubicBezTo>
                  <a:pt x="1732632" y="1960337"/>
                  <a:pt x="1926085" y="1557762"/>
                  <a:pt x="2152891" y="1258657"/>
                </a:cubicBezTo>
                <a:cubicBezTo>
                  <a:pt x="2379697" y="959552"/>
                  <a:pt x="2756705" y="542956"/>
                  <a:pt x="2963120" y="344257"/>
                </a:cubicBezTo>
                <a:cubicBezTo>
                  <a:pt x="3169535" y="145558"/>
                  <a:pt x="3264062" y="122408"/>
                  <a:pt x="3391383" y="66464"/>
                </a:cubicBezTo>
                <a:cubicBezTo>
                  <a:pt x="3518705" y="10520"/>
                  <a:pt x="3605515" y="-14559"/>
                  <a:pt x="3727049" y="8591"/>
                </a:cubicBezTo>
                <a:cubicBezTo>
                  <a:pt x="3848583" y="31741"/>
                  <a:pt x="3887165" y="20166"/>
                  <a:pt x="4120588" y="205361"/>
                </a:cubicBezTo>
                <a:cubicBezTo>
                  <a:pt x="4354011" y="390556"/>
                  <a:pt x="4898021" y="874763"/>
                  <a:pt x="5127585" y="1119760"/>
                </a:cubicBezTo>
                <a:cubicBezTo>
                  <a:pt x="5357149" y="1364757"/>
                  <a:pt x="5378370" y="1490150"/>
                  <a:pt x="5497975" y="1675345"/>
                </a:cubicBezTo>
                <a:cubicBezTo>
                  <a:pt x="5617580" y="1860540"/>
                  <a:pt x="5744902" y="2090105"/>
                  <a:pt x="5845216" y="2230930"/>
                </a:cubicBezTo>
                <a:cubicBezTo>
                  <a:pt x="5945530" y="2371755"/>
                  <a:pt x="5968679" y="2446991"/>
                  <a:pt x="6099859" y="2520297"/>
                </a:cubicBezTo>
                <a:cubicBezTo>
                  <a:pt x="6231039" y="2593603"/>
                  <a:pt x="6258046" y="2647619"/>
                  <a:pt x="6632294" y="2670768"/>
                </a:cubicBezTo>
                <a:cubicBezTo>
                  <a:pt x="7006542" y="2693917"/>
                  <a:pt x="6716210" y="2731535"/>
                  <a:pt x="6956385" y="2728641"/>
                </a:cubicBezTo>
              </a:path>
            </a:pathLst>
          </a:custGeom>
          <a:solidFill>
            <a:srgbClr val="FF0000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022238" y="1083663"/>
            <a:ext cx="161649" cy="161152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10394862" y="163290"/>
            <a:ext cx="181186" cy="1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6904267" y="1272072"/>
            <a:ext cx="533598" cy="3886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μ₁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292418" y="486111"/>
            <a:ext cx="5502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μ₂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87444" y="1795856"/>
            <a:ext cx="51565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σ₁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257624" y="1522686"/>
            <a:ext cx="4676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σ₂</a:t>
            </a:r>
          </a:p>
        </p:txBody>
      </p:sp>
      <p:graphicFrame>
        <p:nvGraphicFramePr>
          <p:cNvPr id="41" name="Chart 40"/>
          <p:cNvGraphicFramePr/>
          <p:nvPr>
            <p:extLst>
              <p:ext uri="{D42A27DB-BD31-4B8C-83A1-F6EECF244321}">
                <p14:modId xmlns:p14="http://schemas.microsoft.com/office/powerpoint/2010/main" val="3073979650"/>
              </p:ext>
            </p:extLst>
          </p:nvPr>
        </p:nvGraphicFramePr>
        <p:xfrm>
          <a:off x="3836021" y="78060"/>
          <a:ext cx="8250482" cy="33945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253898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37D6E-103E-2404-CB84-4D8AC30B2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0F5BEFB-1BE9-FE7D-A40C-2731B2A25D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2. predict()</a:t>
            </a:r>
          </a:p>
        </p:txBody>
      </p:sp>
    </p:spTree>
    <p:extLst>
      <p:ext uri="{BB962C8B-B14F-4D97-AF65-F5344CB8AC3E}">
        <p14:creationId xmlns:p14="http://schemas.microsoft.com/office/powerpoint/2010/main" val="1395496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41E3F-3C75-9D7A-B2DD-0CB225DCC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5661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C0B2F-A83E-FFDC-DE3A-5ACA83741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E5FBEFF-E8D4-3A17-B542-99847239D7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decision tree classifier</a:t>
            </a:r>
          </a:p>
        </p:txBody>
      </p:sp>
    </p:spTree>
    <p:extLst>
      <p:ext uri="{BB962C8B-B14F-4D97-AF65-F5344CB8AC3E}">
        <p14:creationId xmlns:p14="http://schemas.microsoft.com/office/powerpoint/2010/main" val="1216834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35433-494B-CB6F-D870-0F4CA90D8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70DD04C-129D-77ED-131A-019369C928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1. fit()</a:t>
            </a:r>
          </a:p>
        </p:txBody>
      </p:sp>
    </p:spTree>
    <p:extLst>
      <p:ext uri="{BB962C8B-B14F-4D97-AF65-F5344CB8AC3E}">
        <p14:creationId xmlns:p14="http://schemas.microsoft.com/office/powerpoint/2010/main" val="690140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7E59D-04D0-EE4F-A955-69EFFD9E9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8760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D38B6-C9D9-3977-C327-494888ADB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7167F44-7A05-B37C-1F9E-3F6E5ACA73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2. predict()</a:t>
            </a:r>
          </a:p>
        </p:txBody>
      </p:sp>
    </p:spTree>
    <p:extLst>
      <p:ext uri="{BB962C8B-B14F-4D97-AF65-F5344CB8AC3E}">
        <p14:creationId xmlns:p14="http://schemas.microsoft.com/office/powerpoint/2010/main" val="2030638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1ECCC-F66D-A108-F39B-3E453BD01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6213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67D8B-C10F-8212-C86A-1AF919809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13A23FF-74C7-3BAB-7D6E-CD451A4ED0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ensemble classifier</a:t>
            </a:r>
          </a:p>
        </p:txBody>
      </p:sp>
    </p:spTree>
    <p:extLst>
      <p:ext uri="{BB962C8B-B14F-4D97-AF65-F5344CB8AC3E}">
        <p14:creationId xmlns:p14="http://schemas.microsoft.com/office/powerpoint/2010/main" val="2245188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E9E71-77A2-546B-ADFD-E2219EC47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3BE8942-FF2D-7054-F6E3-C14AFCCD39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1. fit()</a:t>
            </a:r>
          </a:p>
        </p:txBody>
      </p:sp>
    </p:spTree>
    <p:extLst>
      <p:ext uri="{BB962C8B-B14F-4D97-AF65-F5344CB8AC3E}">
        <p14:creationId xmlns:p14="http://schemas.microsoft.com/office/powerpoint/2010/main" val="4006107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06D6C-69C8-0FC7-657E-0E178C0C4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8121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40EA6-1B33-ADE7-F8DF-07454BC54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D3BAFF0-A28B-F837-FEC1-C8B99D65AA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2. predict()</a:t>
            </a:r>
          </a:p>
        </p:txBody>
      </p:sp>
    </p:spTree>
    <p:extLst>
      <p:ext uri="{BB962C8B-B14F-4D97-AF65-F5344CB8AC3E}">
        <p14:creationId xmlns:p14="http://schemas.microsoft.com/office/powerpoint/2010/main" val="3138839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D7919-E289-AB2B-9319-8A7E11429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2397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135BB-AA57-A07E-D4AD-5EA52C28C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0DA9D0-2947-CE62-F346-EC6FEF8323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609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GUID" val="9f782ab4-00f0-4e34-9392-ce32902d8f2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25804</TotalTime>
  <Words>1213</Words>
  <Application>Microsoft Office PowerPoint</Application>
  <PresentationFormat>Widescreen</PresentationFormat>
  <Paragraphs>144</Paragraphs>
  <Slides>27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Aptos</vt:lpstr>
      <vt:lpstr>Aptos Display</vt:lpstr>
      <vt:lpstr>Arial</vt:lpstr>
      <vt:lpstr>Calibri</vt:lpstr>
      <vt:lpstr>Cambria Math</vt:lpstr>
      <vt:lpstr>Times New Roman</vt:lpstr>
      <vt:lpstr>Office Theme</vt:lpstr>
      <vt:lpstr>1CWK50</vt:lpstr>
      <vt:lpstr>k-nearest neighbours classifier</vt:lpstr>
      <vt:lpstr>1. fit()</vt:lpstr>
      <vt:lpstr>PowerPoint Presentation</vt:lpstr>
      <vt:lpstr>2. predict()</vt:lpstr>
      <vt:lpstr>PowerPoint Presentation</vt:lpstr>
      <vt:lpstr>PowerPoint Presentation</vt:lpstr>
      <vt:lpstr>PowerPoint Presentation</vt:lpstr>
      <vt:lpstr>PowerPoint Presentation</vt:lpstr>
      <vt:lpstr>naïve Bayes classifier</vt:lpstr>
      <vt:lpstr>1. fit()</vt:lpstr>
      <vt:lpstr>PowerPoint Presentation</vt:lpstr>
      <vt:lpstr>PowerPoint Presentation</vt:lpstr>
      <vt:lpstr>PowerPoint Presentation</vt:lpstr>
      <vt:lpstr>2. predict()</vt:lpstr>
      <vt:lpstr>PowerPoint Presentation</vt:lpstr>
      <vt:lpstr>decision tree classifier</vt:lpstr>
      <vt:lpstr>1. fit()</vt:lpstr>
      <vt:lpstr>PowerPoint Presentation</vt:lpstr>
      <vt:lpstr>2. predict()</vt:lpstr>
      <vt:lpstr>PowerPoint Presentation</vt:lpstr>
      <vt:lpstr>ensemble classifier</vt:lpstr>
      <vt:lpstr>1. fit()</vt:lpstr>
      <vt:lpstr>PowerPoint Presentation</vt:lpstr>
      <vt:lpstr>2. predict()</vt:lpstr>
      <vt:lpstr>PowerPoint Presentation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1CWK50</dc:title>
  <dc:creator>John Darby</dc:creator>
  <cp:lastModifiedBy>Windows User</cp:lastModifiedBy>
  <cp:revision>74</cp:revision>
  <dcterms:created xsi:type="dcterms:W3CDTF">2026-01-15T14:27:38Z</dcterms:created>
  <dcterms:modified xsi:type="dcterms:W3CDTF">2026-02-18T19:53:49Z</dcterms:modified>
</cp:coreProperties>
</file>