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.xml" ContentType="application/inkml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ink/ink4.xml" ContentType="application/inkml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ink/ink5.xml" ContentType="application/inkml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0.xml" ContentType="application/vnd.openxmlformats-officedocument.presentationml.notesSlide+xml"/>
  <Override PartName="/ppt/ink/ink6.xml" ContentType="application/inkml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3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6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19.xml" ContentType="application/vnd.openxmlformats-officedocument.presentationml.notesSlide+xml"/>
  <Override PartName="/ppt/ink/ink9.xml" ContentType="application/inkml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0.xml" ContentType="application/inkml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1.xml" ContentType="application/inkml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61" r:id="rId5"/>
    <p:sldId id="259" r:id="rId6"/>
    <p:sldId id="260" r:id="rId7"/>
    <p:sldId id="278" r:id="rId8"/>
    <p:sldId id="280" r:id="rId9"/>
    <p:sldId id="279" r:id="rId10"/>
    <p:sldId id="298" r:id="rId11"/>
    <p:sldId id="262" r:id="rId12"/>
    <p:sldId id="263" r:id="rId13"/>
    <p:sldId id="281" r:id="rId14"/>
    <p:sldId id="264" r:id="rId15"/>
    <p:sldId id="282" r:id="rId16"/>
    <p:sldId id="265" r:id="rId17"/>
    <p:sldId id="284" r:id="rId18"/>
    <p:sldId id="296" r:id="rId19"/>
    <p:sldId id="285" r:id="rId20"/>
    <p:sldId id="267" r:id="rId21"/>
    <p:sldId id="286" r:id="rId22"/>
    <p:sldId id="287" r:id="rId23"/>
    <p:sldId id="269" r:id="rId24"/>
    <p:sldId id="289" r:id="rId25"/>
    <p:sldId id="288" r:id="rId26"/>
    <p:sldId id="290" r:id="rId27"/>
    <p:sldId id="270" r:id="rId28"/>
    <p:sldId id="292" r:id="rId29"/>
    <p:sldId id="291" r:id="rId30"/>
    <p:sldId id="272" r:id="rId31"/>
    <p:sldId id="300" r:id="rId32"/>
    <p:sldId id="294" r:id="rId33"/>
    <p:sldId id="275" r:id="rId34"/>
    <p:sldId id="297" r:id="rId35"/>
    <p:sldId id="276" r:id="rId36"/>
    <p:sldId id="305" r:id="rId37"/>
    <p:sldId id="302" r:id="rId38"/>
    <p:sldId id="301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6" r:id="rId48"/>
    <p:sldId id="315" r:id="rId49"/>
    <p:sldId id="317" r:id="rId50"/>
    <p:sldId id="318" r:id="rId51"/>
    <p:sldId id="320" r:id="rId52"/>
    <p:sldId id="319" r:id="rId53"/>
    <p:sldId id="277" r:id="rId54"/>
  </p:sldIdLst>
  <p:sldSz cx="12192000" cy="6858000"/>
  <p:notesSz cx="6858000" cy="9144000"/>
  <p:custDataLst>
    <p:tags r:id="rId5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6E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29" autoAdjust="0"/>
    <p:restoredTop sz="83371" autoAdjust="0"/>
  </p:normalViewPr>
  <p:slideViewPr>
    <p:cSldViewPr snapToGrid="0">
      <p:cViewPr varScale="1">
        <p:scale>
          <a:sx n="69" d="100"/>
          <a:sy n="69" d="100"/>
        </p:scale>
        <p:origin x="2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Darby" userId="81068621-2ad8-46d0-abf9-601e614900c6" providerId="ADAL" clId="{1722B06B-D84A-41E8-9DC7-67A346831A96}"/>
    <pc:docChg chg="undo custSel addSld modSld">
      <pc:chgData name="John Darby" userId="81068621-2ad8-46d0-abf9-601e614900c6" providerId="ADAL" clId="{1722B06B-D84A-41E8-9DC7-67A346831A96}" dt="2026-01-15T16:20:24.959" v="2152" actId="5793"/>
      <pc:docMkLst>
        <pc:docMk/>
      </pc:docMkLst>
      <pc:sldChg chg="addSp modSp new mod">
        <pc:chgData name="John Darby" userId="81068621-2ad8-46d0-abf9-601e614900c6" providerId="ADAL" clId="{1722B06B-D84A-41E8-9DC7-67A346831A96}" dt="2026-01-15T14:49:10.191" v="2146" actId="20577"/>
        <pc:sldMkLst>
          <pc:docMk/>
          <pc:sldMk cId="705342029" sldId="256"/>
        </pc:sldMkLst>
        <pc:spChg chg="mod">
          <ac:chgData name="John Darby" userId="81068621-2ad8-46d0-abf9-601e614900c6" providerId="ADAL" clId="{1722B06B-D84A-41E8-9DC7-67A346831A96}" dt="2026-01-15T14:27:43.933" v="6" actId="20577"/>
          <ac:spMkLst>
            <pc:docMk/>
            <pc:sldMk cId="705342029" sldId="256"/>
            <ac:spMk id="2" creationId="{6C342B9D-423E-8634-EEE8-71184DC71335}"/>
          </ac:spMkLst>
        </pc:spChg>
        <pc:spChg chg="mod">
          <ac:chgData name="John Darby" userId="81068621-2ad8-46d0-abf9-601e614900c6" providerId="ADAL" clId="{1722B06B-D84A-41E8-9DC7-67A346831A96}" dt="2026-01-15T14:49:10.191" v="2146" actId="20577"/>
          <ac:spMkLst>
            <pc:docMk/>
            <pc:sldMk cId="705342029" sldId="256"/>
            <ac:spMk id="3" creationId="{AF59599A-F7D0-3039-E618-CB413DA40AE5}"/>
          </ac:spMkLst>
        </pc:spChg>
        <pc:spChg chg="add mod">
          <ac:chgData name="John Darby" userId="81068621-2ad8-46d0-abf9-601e614900c6" providerId="ADAL" clId="{1722B06B-D84A-41E8-9DC7-67A346831A96}" dt="2026-01-15T14:47:41.957" v="1986" actId="20577"/>
          <ac:spMkLst>
            <pc:docMk/>
            <pc:sldMk cId="705342029" sldId="256"/>
            <ac:spMk id="5" creationId="{008AD57B-ED6A-A3E1-7EE2-4EACD0DE2422}"/>
          </ac:spMkLst>
        </pc:spChg>
      </pc:sldChg>
      <pc:sldChg chg="addSp delSp modSp new mod modClrScheme chgLayout">
        <pc:chgData name="John Darby" userId="81068621-2ad8-46d0-abf9-601e614900c6" providerId="ADAL" clId="{1722B06B-D84A-41E8-9DC7-67A346831A96}" dt="2026-01-15T14:28:40.922" v="76" actId="478"/>
        <pc:sldMkLst>
          <pc:docMk/>
          <pc:sldMk cId="1316586623" sldId="257"/>
        </pc:sldMkLst>
        <pc:spChg chg="add mod ord">
          <ac:chgData name="John Darby" userId="81068621-2ad8-46d0-abf9-601e614900c6" providerId="ADAL" clId="{1722B06B-D84A-41E8-9DC7-67A346831A96}" dt="2026-01-15T14:28:33.369" v="75" actId="20577"/>
          <ac:spMkLst>
            <pc:docMk/>
            <pc:sldMk cId="1316586623" sldId="257"/>
            <ac:spMk id="6" creationId="{2087E210-6DA6-692B-AAAF-9E284AFFC769}"/>
          </ac:spMkLst>
        </pc:spChg>
      </pc:sldChg>
      <pc:sldChg chg="modSp add mod modNotesTx">
        <pc:chgData name="John Darby" userId="81068621-2ad8-46d0-abf9-601e614900c6" providerId="ADAL" clId="{1722B06B-D84A-41E8-9DC7-67A346831A96}" dt="2026-01-15T14:45:57.808" v="1855" actId="114"/>
        <pc:sldMkLst>
          <pc:docMk/>
          <pc:sldMk cId="4194464419" sldId="258"/>
        </pc:sldMkLst>
        <pc:spChg chg="mod">
          <ac:chgData name="John Darby" userId="81068621-2ad8-46d0-abf9-601e614900c6" providerId="ADAL" clId="{1722B06B-D84A-41E8-9DC7-67A346831A96}" dt="2026-01-15T14:29:51.245" v="97" actId="20577"/>
          <ac:spMkLst>
            <pc:docMk/>
            <pc:sldMk cId="4194464419" sldId="258"/>
            <ac:spMk id="6" creationId="{193BEF02-B977-8963-764F-268FBCB9793A}"/>
          </ac:spMkLst>
        </pc:spChg>
      </pc:sldChg>
      <pc:sldChg chg="modSp add mod">
        <pc:chgData name="John Darby" userId="81068621-2ad8-46d0-abf9-601e614900c6" providerId="ADAL" clId="{1722B06B-D84A-41E8-9DC7-67A346831A96}" dt="2026-01-15T14:30:13.074" v="106" actId="20577"/>
        <pc:sldMkLst>
          <pc:docMk/>
          <pc:sldMk cId="396328054" sldId="259"/>
        </pc:sldMkLst>
        <pc:spChg chg="mod">
          <ac:chgData name="John Darby" userId="81068621-2ad8-46d0-abf9-601e614900c6" providerId="ADAL" clId="{1722B06B-D84A-41E8-9DC7-67A346831A96}" dt="2026-01-15T14:30:13.074" v="106" actId="20577"/>
          <ac:spMkLst>
            <pc:docMk/>
            <pc:sldMk cId="396328054" sldId="259"/>
            <ac:spMk id="6" creationId="{D67B1265-4DEF-699E-E8CA-5980695AEAAD}"/>
          </ac:spMkLst>
        </pc:spChg>
      </pc:sldChg>
      <pc:sldChg chg="delSp new mod modClrScheme chgLayout modNotesTx">
        <pc:chgData name="John Darby" userId="81068621-2ad8-46d0-abf9-601e614900c6" providerId="ADAL" clId="{1722B06B-D84A-41E8-9DC7-67A346831A96}" dt="2026-01-15T14:30:37.503" v="149" actId="5793"/>
        <pc:sldMkLst>
          <pc:docMk/>
          <pc:sldMk cId="3185027039" sldId="260"/>
        </pc:sldMkLst>
      </pc:sldChg>
      <pc:sldChg chg="add modNotesTx">
        <pc:chgData name="John Darby" userId="81068621-2ad8-46d0-abf9-601e614900c6" providerId="ADAL" clId="{1722B06B-D84A-41E8-9DC7-67A346831A96}" dt="2026-01-15T14:41:09.679" v="1325" actId="20577"/>
        <pc:sldMkLst>
          <pc:docMk/>
          <pc:sldMk cId="2509720707" sldId="261"/>
        </pc:sldMkLst>
      </pc:sldChg>
      <pc:sldChg chg="modSp add mod">
        <pc:chgData name="John Darby" userId="81068621-2ad8-46d0-abf9-601e614900c6" providerId="ADAL" clId="{1722B06B-D84A-41E8-9DC7-67A346831A96}" dt="2026-01-15T14:31:00.937" v="164" actId="20577"/>
        <pc:sldMkLst>
          <pc:docMk/>
          <pc:sldMk cId="1474771709" sldId="262"/>
        </pc:sldMkLst>
        <pc:spChg chg="mod">
          <ac:chgData name="John Darby" userId="81068621-2ad8-46d0-abf9-601e614900c6" providerId="ADAL" clId="{1722B06B-D84A-41E8-9DC7-67A346831A96}" dt="2026-01-15T14:31:00.937" v="164" actId="20577"/>
          <ac:spMkLst>
            <pc:docMk/>
            <pc:sldMk cId="1474771709" sldId="262"/>
            <ac:spMk id="6" creationId="{5F423D3C-668E-CFD9-797C-3CF188A0CB6F}"/>
          </ac:spMkLst>
        </pc:spChg>
      </pc:sldChg>
      <pc:sldChg chg="add">
        <pc:chgData name="John Darby" userId="81068621-2ad8-46d0-abf9-601e614900c6" providerId="ADAL" clId="{1722B06B-D84A-41E8-9DC7-67A346831A96}" dt="2026-01-15T14:30:51.204" v="151"/>
        <pc:sldMkLst>
          <pc:docMk/>
          <pc:sldMk cId="3535689632" sldId="263"/>
        </pc:sldMkLst>
      </pc:sldChg>
      <pc:sldChg chg="add">
        <pc:chgData name="John Darby" userId="81068621-2ad8-46d0-abf9-601e614900c6" providerId="ADAL" clId="{1722B06B-D84A-41E8-9DC7-67A346831A96}" dt="2026-01-15T14:30:51.204" v="151"/>
        <pc:sldMkLst>
          <pc:docMk/>
          <pc:sldMk cId="1788426402" sldId="264"/>
        </pc:sldMkLst>
      </pc:sldChg>
      <pc:sldChg chg="add">
        <pc:chgData name="John Darby" userId="81068621-2ad8-46d0-abf9-601e614900c6" providerId="ADAL" clId="{1722B06B-D84A-41E8-9DC7-67A346831A96}" dt="2026-01-15T14:30:51.204" v="151"/>
        <pc:sldMkLst>
          <pc:docMk/>
          <pc:sldMk cId="1395496252" sldId="265"/>
        </pc:sldMkLst>
      </pc:sldChg>
      <pc:sldChg chg="add">
        <pc:chgData name="John Darby" userId="81068621-2ad8-46d0-abf9-601e614900c6" providerId="ADAL" clId="{1722B06B-D84A-41E8-9DC7-67A346831A96}" dt="2026-01-15T14:30:51.204" v="151"/>
        <pc:sldMkLst>
          <pc:docMk/>
          <pc:sldMk cId="2025661203" sldId="266"/>
        </pc:sldMkLst>
      </pc:sldChg>
      <pc:sldChg chg="modSp add mod">
        <pc:chgData name="John Darby" userId="81068621-2ad8-46d0-abf9-601e614900c6" providerId="ADAL" clId="{1722B06B-D84A-41E8-9DC7-67A346831A96}" dt="2026-01-15T14:31:39.837" v="181" actId="20577"/>
        <pc:sldMkLst>
          <pc:docMk/>
          <pc:sldMk cId="1216834883" sldId="267"/>
        </pc:sldMkLst>
        <pc:spChg chg="mod">
          <ac:chgData name="John Darby" userId="81068621-2ad8-46d0-abf9-601e614900c6" providerId="ADAL" clId="{1722B06B-D84A-41E8-9DC7-67A346831A96}" dt="2026-01-15T14:31:39.837" v="181" actId="20577"/>
          <ac:spMkLst>
            <pc:docMk/>
            <pc:sldMk cId="1216834883" sldId="267"/>
            <ac:spMk id="6" creationId="{5E5FBEFF-E8D4-3A17-B542-99847239D743}"/>
          </ac:spMkLst>
        </pc:spChg>
      </pc:sldChg>
      <pc:sldChg chg="add">
        <pc:chgData name="John Darby" userId="81068621-2ad8-46d0-abf9-601e614900c6" providerId="ADAL" clId="{1722B06B-D84A-41E8-9DC7-67A346831A96}" dt="2026-01-15T14:31:31.017" v="165"/>
        <pc:sldMkLst>
          <pc:docMk/>
          <pc:sldMk cId="690140366" sldId="268"/>
        </pc:sldMkLst>
      </pc:sldChg>
      <pc:sldChg chg="add">
        <pc:chgData name="John Darby" userId="81068621-2ad8-46d0-abf9-601e614900c6" providerId="ADAL" clId="{1722B06B-D84A-41E8-9DC7-67A346831A96}" dt="2026-01-15T14:31:31.017" v="165"/>
        <pc:sldMkLst>
          <pc:docMk/>
          <pc:sldMk cId="3728760236" sldId="269"/>
        </pc:sldMkLst>
      </pc:sldChg>
      <pc:sldChg chg="add">
        <pc:chgData name="John Darby" userId="81068621-2ad8-46d0-abf9-601e614900c6" providerId="ADAL" clId="{1722B06B-D84A-41E8-9DC7-67A346831A96}" dt="2026-01-15T14:31:31.017" v="165"/>
        <pc:sldMkLst>
          <pc:docMk/>
          <pc:sldMk cId="2030638483" sldId="270"/>
        </pc:sldMkLst>
      </pc:sldChg>
      <pc:sldChg chg="add">
        <pc:chgData name="John Darby" userId="81068621-2ad8-46d0-abf9-601e614900c6" providerId="ADAL" clId="{1722B06B-D84A-41E8-9DC7-67A346831A96}" dt="2026-01-15T14:31:31.017" v="165"/>
        <pc:sldMkLst>
          <pc:docMk/>
          <pc:sldMk cId="1996213561" sldId="271"/>
        </pc:sldMkLst>
      </pc:sldChg>
      <pc:sldChg chg="modSp add mod modNotesTx">
        <pc:chgData name="John Darby" userId="81068621-2ad8-46d0-abf9-601e614900c6" providerId="ADAL" clId="{1722B06B-D84A-41E8-9DC7-67A346831A96}" dt="2026-01-15T14:37:58.705" v="942" actId="20577"/>
        <pc:sldMkLst>
          <pc:docMk/>
          <pc:sldMk cId="2245188824" sldId="272"/>
        </pc:sldMkLst>
        <pc:spChg chg="mod">
          <ac:chgData name="John Darby" userId="81068621-2ad8-46d0-abf9-601e614900c6" providerId="ADAL" clId="{1722B06B-D84A-41E8-9DC7-67A346831A96}" dt="2026-01-15T14:31:50.701" v="195" actId="5793"/>
          <ac:spMkLst>
            <pc:docMk/>
            <pc:sldMk cId="2245188824" sldId="272"/>
            <ac:spMk id="6" creationId="{313A23FF-74C7-3BAB-7D6E-CD451A4ED068}"/>
          </ac:spMkLst>
        </pc:spChg>
      </pc:sldChg>
      <pc:sldChg chg="add">
        <pc:chgData name="John Darby" userId="81068621-2ad8-46d0-abf9-601e614900c6" providerId="ADAL" clId="{1722B06B-D84A-41E8-9DC7-67A346831A96}" dt="2026-01-15T14:31:45.004" v="182"/>
        <pc:sldMkLst>
          <pc:docMk/>
          <pc:sldMk cId="4006107216" sldId="273"/>
        </pc:sldMkLst>
      </pc:sldChg>
      <pc:sldChg chg="add">
        <pc:chgData name="John Darby" userId="81068621-2ad8-46d0-abf9-601e614900c6" providerId="ADAL" clId="{1722B06B-D84A-41E8-9DC7-67A346831A96}" dt="2026-01-15T14:31:45.004" v="182"/>
        <pc:sldMkLst>
          <pc:docMk/>
          <pc:sldMk cId="1648121617" sldId="274"/>
        </pc:sldMkLst>
      </pc:sldChg>
      <pc:sldChg chg="add">
        <pc:chgData name="John Darby" userId="81068621-2ad8-46d0-abf9-601e614900c6" providerId="ADAL" clId="{1722B06B-D84A-41E8-9DC7-67A346831A96}" dt="2026-01-15T14:31:45.004" v="182"/>
        <pc:sldMkLst>
          <pc:docMk/>
          <pc:sldMk cId="3138839297" sldId="275"/>
        </pc:sldMkLst>
      </pc:sldChg>
      <pc:sldChg chg="add">
        <pc:chgData name="John Darby" userId="81068621-2ad8-46d0-abf9-601e614900c6" providerId="ADAL" clId="{1722B06B-D84A-41E8-9DC7-67A346831A96}" dt="2026-01-15T14:31:45.004" v="182"/>
        <pc:sldMkLst>
          <pc:docMk/>
          <pc:sldMk cId="2642397236" sldId="276"/>
        </pc:sldMkLst>
      </pc:sldChg>
      <pc:sldChg chg="addSp modSp new mod modClrScheme chgLayout modNotesTx">
        <pc:chgData name="John Darby" userId="81068621-2ad8-46d0-abf9-601e614900c6" providerId="ADAL" clId="{1722B06B-D84A-41E8-9DC7-67A346831A96}" dt="2026-01-15T16:20:24.959" v="2152" actId="5793"/>
        <pc:sldMkLst>
          <pc:docMk/>
          <pc:sldMk cId="343609167" sldId="277"/>
        </pc:sldMkLst>
        <pc:spChg chg="add mod">
          <ac:chgData name="John Darby" userId="81068621-2ad8-46d0-abf9-601e614900c6" providerId="ADAL" clId="{1722B06B-D84A-41E8-9DC7-67A346831A96}" dt="2026-01-15T14:32:05.999" v="207" actId="20577"/>
          <ac:spMkLst>
            <pc:docMk/>
            <pc:sldMk cId="343609167" sldId="277"/>
            <ac:spMk id="2" creationId="{F1B135BB-AA57-A07E-D4AD-5EA52C28C19D}"/>
          </ac:spMkLst>
        </pc:spChg>
        <pc:spChg chg="add mod">
          <ac:chgData name="John Darby" userId="81068621-2ad8-46d0-abf9-601e614900c6" providerId="ADAL" clId="{1722B06B-D84A-41E8-9DC7-67A346831A96}" dt="2026-01-15T14:32:02.662" v="197" actId="700"/>
          <ac:spMkLst>
            <pc:docMk/>
            <pc:sldMk cId="343609167" sldId="277"/>
            <ac:spMk id="3" creationId="{420DA9D0-2947-CE62-F346-EC6FEF83238D}"/>
          </ac:spMkLst>
        </pc:spChg>
      </pc:sldChg>
    </pc:docChg>
  </pc:docChgLst>
  <pc:docChgLst>
    <pc:chgData name="John Darby" userId="81068621-2ad8-46d0-abf9-601e614900c6" providerId="ADAL" clId="{F0DBA5C5-DAC1-4C06-AED5-F7FC4D31809F}"/>
    <pc:docChg chg="custSel modSld">
      <pc:chgData name="John Darby" userId="81068621-2ad8-46d0-abf9-601e614900c6" providerId="ADAL" clId="{F0DBA5C5-DAC1-4C06-AED5-F7FC4D31809F}" dt="2026-01-26T22:11:30.777" v="1329" actId="20577"/>
      <pc:docMkLst>
        <pc:docMk/>
      </pc:docMkLst>
      <pc:sldChg chg="modNotesTx">
        <pc:chgData name="John Darby" userId="81068621-2ad8-46d0-abf9-601e614900c6" providerId="ADAL" clId="{F0DBA5C5-DAC1-4C06-AED5-F7FC4D31809F}" dt="2026-01-26T16:45:43.721" v="7" actId="20577"/>
        <pc:sldMkLst>
          <pc:docMk/>
          <pc:sldMk cId="2509720707" sldId="261"/>
        </pc:sldMkLst>
      </pc:sldChg>
      <pc:sldChg chg="modNotesTx">
        <pc:chgData name="John Darby" userId="81068621-2ad8-46d0-abf9-601e614900c6" providerId="ADAL" clId="{F0DBA5C5-DAC1-4C06-AED5-F7FC4D31809F}" dt="2026-01-26T22:11:30.777" v="1329" actId="20577"/>
        <pc:sldMkLst>
          <pc:docMk/>
          <pc:sldMk cId="343609167" sldId="27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C6-4B7F-B80E-B072608B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541F-4B78-8A06-C4DECC5FCC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9581-4D25-BAB5-5406F722F8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34A-459E-AF9B-FFE6AFEC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4.2481111946685059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BEE8-4B79-97A9-53A06BDCA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613485515326532E-2"/>
          <c:y val="3.7450503466861657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032F-420B-A872-904B78BD99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4.2481111946685059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BEE8-4B79-97A9-53A06BDCA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358775911034724E-2"/>
          <c:y val="1.9843373787479766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280B-4759-8C6E-167EF6B0D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321099076700149E-2"/>
          <c:y val="4.2481111946685059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0A47-4A1E-8F52-0AC0400D82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870391717661323E-2"/>
          <c:y val="3.363619046005481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0C-4552-B70D-BB28DEEDE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770600420250527E-2"/>
          <c:y val="4.8211585817515931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131E-43EC-BD39-94CA2821D0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474219538963413E-2"/>
          <c:y val="4.6224956516137353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B09A-43E9-A045-4A5F2D10F9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096460061353127E-2"/>
          <c:y val="2.6027170351526706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14B5-4898-801A-BE2C1EBFF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474219538963413E-2"/>
          <c:y val="4.6224956516137353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B09A-43E9-A045-4A5F2D10F9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096460061353127E-2"/>
          <c:y val="2.6027170351526706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14B5-4898-801A-BE2C1EBFF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474219538963413E-2"/>
          <c:y val="4.6224956516137353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B09A-43E9-A045-4A5F2D10F9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096460061353127E-2"/>
          <c:y val="2.6027170351526706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14B5-4898-801A-BE2C1EBFF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C6-4B7F-B80E-B072608B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84935670245108E-2"/>
          <c:y val="1.9843373787479766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C6-4B7F-B80E-B072608B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84935670245108E-2"/>
          <c:y val="1.9843373787479766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C6-4B7F-B80E-B072608B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84935670245108E-2"/>
          <c:y val="1.9843373787479766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C6-4B7F-B80E-B072608B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C6-4B7F-B80E-B072608B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C6-4B7F-B80E-B072608B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C6-4B7F-B80E-B072608B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C6-4B7F-B80E-B072608B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2:17.82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1E8AF047-14C1-4293-8143-68A0C70A6DEB}" emma:medium="tactile" emma:mode="ink">
          <msink:context xmlns:msink="http://schemas.microsoft.com/ink/2010/main" type="writingRegion" rotatedBoundingBox="38255,8146 39137,8146 39137,12467 38255,12467"/>
        </emma:interpretation>
      </emma:emma>
    </inkml:annotationXML>
    <inkml:traceGroup>
      <inkml:annotationXML>
        <emma:emma xmlns:emma="http://www.w3.org/2003/04/emma" version="1.0">
          <emma:interpretation id="{8D73A118-4521-4D5A-9E1D-0B1A8B052517}" emma:medium="tactile" emma:mode="ink">
            <msink:context xmlns:msink="http://schemas.microsoft.com/ink/2010/main" type="paragraph" rotatedBoundingBox="38255,8146 39137,8146 39137,12467 38255,124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C6555CC-E30B-4B53-BC26-EAAD6C7DD820}" emma:medium="tactile" emma:mode="ink">
              <msink:context xmlns:msink="http://schemas.microsoft.com/ink/2010/main" type="line" rotatedBoundingBox="38255,8146 39137,8146 39137,12467 38255,12467"/>
            </emma:interpretation>
          </emma:emma>
        </inkml:annotationXML>
        <inkml:traceGroup>
          <inkml:annotationXML>
            <emma:emma xmlns:emma="http://www.w3.org/2003/04/emma" version="1.0">
              <emma:interpretation id="{09A8BDF2-6157-4D67-BBBF-0C31B1C699E2}" emma:medium="tactile" emma:mode="ink">
                <msink:context xmlns:msink="http://schemas.microsoft.com/ink/2010/main" type="inkWord" rotatedBoundingBox="38255,12452 38270,12452 38270,12467 38255,12467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\</emma:literal>
                </emma:interpretation>
                <emma:interpretation id="interp3" emma:lang="" emma:confidence="0">
                  <emma:literal>`</emma:literal>
                </emma:interpretation>
                <emma:interpretation id="interp4" emma:lang="" emma:confidence="0">
                  <emma:literal>'</emma:literal>
                </emma:interpretation>
              </emma:one-of>
            </emma:emma>
          </inkml:annotationXML>
          <inkml:trace contextRef="#ctx0" brushRef="#br0">-867 4306 0</inkml:trace>
        </inkml:traceGroup>
        <inkml:traceGroup>
          <inkml:annotationXML>
            <emma:emma xmlns:emma="http://www.w3.org/2003/04/emma" version="1.0">
              <emma:interpretation id="{0CDCDB91-1E4E-4D5B-AA1C-EF16C187E3E8}" emma:medium="tactile" emma:mode="ink">
                <msink:context xmlns:msink="http://schemas.microsoft.com/ink/2010/main" type="inkWord" rotatedBoundingBox="39122,8146 39137,8146 39137,8161 39122,8161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1.66159E6">0 0 0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03:28.529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Group>
    <inkml:annotationXML>
      <emma:emma xmlns:emma="http://www.w3.org/2003/04/emma" version="1.0">
        <emma:interpretation id="{2000EB6F-A55D-43DC-971D-11C4F61DB026}" emma:medium="tactile" emma:mode="ink">
          <msink:context xmlns:msink="http://schemas.microsoft.com/ink/2010/main" type="writingRegion" rotatedBoundingBox="13103,5330 13327,4654 13879,4837 13655,5513"/>
        </emma:interpretation>
      </emma:emma>
    </inkml:annotationXML>
    <inkml:traceGroup>
      <inkml:annotationXML>
        <emma:emma xmlns:emma="http://www.w3.org/2003/04/emma" version="1.0">
          <emma:interpretation id="{65503909-B397-40DB-B46C-DD5B063984C7}" emma:medium="tactile" emma:mode="ink">
            <msink:context xmlns:msink="http://schemas.microsoft.com/ink/2010/main" type="paragraph" rotatedBoundingBox="13103,5330 13327,4654 13879,4837 13655,551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F52E625-B030-4799-87ED-B7ADCD631CC9}" emma:medium="tactile" emma:mode="ink">
              <msink:context xmlns:msink="http://schemas.microsoft.com/ink/2010/main" type="line" rotatedBoundingBox="13103,5330 13327,4654 13879,4837 13655,5513"/>
            </emma:interpretation>
          </emma:emma>
        </inkml:annotationXML>
        <inkml:traceGroup>
          <inkml:annotationXML>
            <emma:emma xmlns:emma="http://www.w3.org/2003/04/emma" version="1.0">
              <emma:interpretation id="{C5D54AA9-C7DA-47F6-B34E-E9FFB4D62726}" emma:medium="tactile" emma:mode="ink">
                <msink:context xmlns:msink="http://schemas.microsoft.com/ink/2010/main" type="inkWord" rotatedBoundingBox="13408,5431 13413,5415 13427,5419 13421,5435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\</emma:literal>
                </emma:interpretation>
                <emma:interpretation id="interp3" emma:lang="" emma:confidence="0">
                  <emma:literal>`</emma:literal>
                </emma:interpretation>
                <emma:interpretation id="interp4" emma:lang="" emma:confidence="0">
                  <emma:literal>'</emma:literal>
                </emma:interpretation>
              </emma:one-of>
            </emma:emma>
          </inkml:annotationXML>
          <inkml:trace contextRef="#ctx0" brushRef="#br0">0 464 0</inkml:trace>
        </inkml:traceGroup>
        <inkml:traceGroup>
          <inkml:annotationXML>
            <emma:emma xmlns:emma="http://www.w3.org/2003/04/emma" version="1.0">
              <emma:interpretation id="{B3C9BC4E-39DB-48C0-A95F-6C17F48A46C3}" emma:medium="tactile" emma:mode="ink">
                <msink:context xmlns:msink="http://schemas.microsoft.com/ink/2010/main" type="inkWord" rotatedBoundingBox="13167,5135 13327,4654 13879,4837 13719,5318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7305.4289">155-217 0</inkml:trace>
          <inkml:trace contextRef="#ctx0" brushRef="#br0" timeOffset="-11951.0444">0 0 0</inkml:trace>
          <inkml:trace contextRef="#ctx0" brushRef="#br0" timeOffset="-10370.5764">341-62 0</inkml:trace>
          <inkml:trace contextRef="#ctx0" brushRef="#br0" timeOffset="-8525.1941">0 248 0</inkml:trace>
          <inkml:trace contextRef="#ctx0" brushRef="#br0" timeOffset="-5975.8402">155 93 0</inkml:trace>
          <inkml:trace contextRef="#ctx0" brushRef="#br0" timeOffset="-9517.3725">341 217 0</inkml:trace>
          <inkml:trace contextRef="#ctx0" brushRef="#br0" timeOffset="-3428.6767">-124 124 0</inkml:trace>
          <inkml:trace contextRef="#ctx0" brushRef="#br0" timeOffset="-1774.8979">-154-93 0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22:38.705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0 0 0</inkml:trace>
  <inkml:trace contextRef="#ctx0" brushRef="#br0" timeOffset="1">341-62 0</inkml:trace>
  <inkml:trace contextRef="#ctx0" brushRef="#br0" timeOffset="2">0 248 0</inkml:trace>
  <inkml:trace contextRef="#ctx0" brushRef="#br0" timeOffset="3">341 217 0</inkml:trace>
  <inkml:trace contextRef="#ctx0" brushRef="#br0" timeOffset="4">155-217 0</inkml:trace>
  <inkml:trace contextRef="#ctx0" brushRef="#br0" timeOffset="5">155 93 0</inkml:trace>
  <inkml:trace contextRef="#ctx0" brushRef="#br0" timeOffset="6">-124 124 0</inkml:trace>
  <inkml:trace contextRef="#ctx0" brushRef="#br0" timeOffset="7">-154-93 0</inkml:trace>
  <inkml:trace contextRef="#ctx0" brushRef="#br0" timeOffset="8">0 464 0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22:38.705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0 0 0</inkml:trace>
  <inkml:trace contextRef="#ctx0" brushRef="#br0" timeOffset="1">341-62 0</inkml:trace>
  <inkml:trace contextRef="#ctx0" brushRef="#br0" timeOffset="2">0 248 0</inkml:trace>
  <inkml:trace contextRef="#ctx0" brushRef="#br0" timeOffset="3">341 217 0</inkml:trace>
  <inkml:trace contextRef="#ctx0" brushRef="#br0" timeOffset="4">155-217 0</inkml:trace>
  <inkml:trace contextRef="#ctx0" brushRef="#br0" timeOffset="5">155 93 0</inkml:trace>
  <inkml:trace contextRef="#ctx0" brushRef="#br0" timeOffset="6">-124 124 0</inkml:trace>
  <inkml:trace contextRef="#ctx0" brushRef="#br0" timeOffset="7">-154-93 0</inkml:trace>
  <inkml:trace contextRef="#ctx0" brushRef="#br0" timeOffset="8">0 464 0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22:38.705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0 0 0</inkml:trace>
  <inkml:trace contextRef="#ctx0" brushRef="#br0" timeOffset="1">341-62 0</inkml:trace>
  <inkml:trace contextRef="#ctx0" brushRef="#br0" timeOffset="2">0 248 0</inkml:trace>
  <inkml:trace contextRef="#ctx0" brushRef="#br0" timeOffset="3">341 217 0</inkml:trace>
  <inkml:trace contextRef="#ctx0" brushRef="#br0" timeOffset="4">155-217 0</inkml:trace>
  <inkml:trace contextRef="#ctx0" brushRef="#br0" timeOffset="5">155 93 0</inkml:trace>
  <inkml:trace contextRef="#ctx0" brushRef="#br0" timeOffset="6">-124 124 0</inkml:trace>
  <inkml:trace contextRef="#ctx0" brushRef="#br0" timeOffset="7">-154-93 0</inkml:trace>
  <inkml:trace contextRef="#ctx0" brushRef="#br0" timeOffset="8">0 464 0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16T13:10:51.748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0 464 0</inkml:trace>
  <inkml:trace contextRef="#ctx0" brushRef="#br0" timeOffset="1">155-217 0</inkml:trace>
  <inkml:trace contextRef="#ctx0" brushRef="#br0" timeOffset="2">0 0 0</inkml:trace>
  <inkml:trace contextRef="#ctx0" brushRef="#br0" timeOffset="3">341-62 0</inkml:trace>
  <inkml:trace contextRef="#ctx0" brushRef="#br0" timeOffset="4">0 248 0</inkml:trace>
  <inkml:trace contextRef="#ctx0" brushRef="#br0" timeOffset="5">155 93 0</inkml:trace>
  <inkml:trace contextRef="#ctx0" brushRef="#br0" timeOffset="6">341 217 0</inkml:trace>
  <inkml:trace contextRef="#ctx0" brushRef="#br0" timeOffset="7">-124 124 0</inkml:trace>
  <inkml:trace contextRef="#ctx0" brushRef="#br0" timeOffset="8">-154-93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2:17.82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 contextRef="#ctx0" brushRef="#br0">-867 4306 0</inkml:trace>
  <inkml:trace contextRef="#ctx0" brushRef="#br0" timeOffset="-1.66159E6">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03:28.529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0 464 0</inkml:trace>
  <inkml:trace contextRef="#ctx0" brushRef="#br0" timeOffset="-7305.4289">155-217 0</inkml:trace>
  <inkml:trace contextRef="#ctx0" brushRef="#br0" timeOffset="-11951.0444">0 0 0</inkml:trace>
  <inkml:trace contextRef="#ctx0" brushRef="#br0" timeOffset="-10370.5764">341-62 0</inkml:trace>
  <inkml:trace contextRef="#ctx0" brushRef="#br0" timeOffset="-8525.1941">0 248 0</inkml:trace>
  <inkml:trace contextRef="#ctx0" brushRef="#br0" timeOffset="-5975.8402">155 93 0</inkml:trace>
  <inkml:trace contextRef="#ctx0" brushRef="#br0" timeOffset="-9517.3725">341 217 0</inkml:trace>
  <inkml:trace contextRef="#ctx0" brushRef="#br0" timeOffset="-3428.6767">-124 124 0</inkml:trace>
  <inkml:trace contextRef="#ctx0" brushRef="#br0" timeOffset="-1774.8979">-154-93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2:17.82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 contextRef="#ctx0" brushRef="#br0">-867 4306 0</inkml:trace>
  <inkml:trace contextRef="#ctx0" brushRef="#br0" timeOffset="-1.66159E6">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2:17.82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 contextRef="#ctx0" brushRef="#br0">-867 4306 0</inkml:trace>
  <inkml:trace contextRef="#ctx0" brushRef="#br0" timeOffset="-1.66159E6">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2:17.82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 contextRef="#ctx0" brushRef="#br0">-867 4306 0</inkml:trace>
  <inkml:trace contextRef="#ctx0" brushRef="#br0" timeOffset="-1.66159E6">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2:17.82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 contextRef="#ctx0" brushRef="#br0">-867 4306 0</inkml:trace>
  <inkml:trace contextRef="#ctx0" brushRef="#br0" timeOffset="-1.66159E6">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03:28.529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0 464 0</inkml:trace>
  <inkml:trace contextRef="#ctx0" brushRef="#br0" timeOffset="-7305.4289">155-217 0</inkml:trace>
  <inkml:trace contextRef="#ctx0" brushRef="#br0" timeOffset="-11951.0444">0 0 0</inkml:trace>
  <inkml:trace contextRef="#ctx0" brushRef="#br0" timeOffset="-10370.5764">341-62 0</inkml:trace>
  <inkml:trace contextRef="#ctx0" brushRef="#br0" timeOffset="-8525.1941">0 248 0</inkml:trace>
  <inkml:trace contextRef="#ctx0" brushRef="#br0" timeOffset="-5975.8402">155 93 0</inkml:trace>
  <inkml:trace contextRef="#ctx0" brushRef="#br0" timeOffset="-9517.3725">341 217 0</inkml:trace>
  <inkml:trace contextRef="#ctx0" brushRef="#br0" timeOffset="-3428.6767">-124 124 0</inkml:trace>
  <inkml:trace contextRef="#ctx0" brushRef="#br0" timeOffset="-1774.8979">-154-93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2:17.82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 contextRef="#ctx0" brushRef="#br0">-867 4306 0</inkml:trace>
  <inkml:trace contextRef="#ctx0" brushRef="#br0" timeOffset="-1.66159E6">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03:28.529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0 464 0</inkml:trace>
  <inkml:trace contextRef="#ctx0" brushRef="#br0" timeOffset="-7305.4289">155-217 0</inkml:trace>
  <inkml:trace contextRef="#ctx0" brushRef="#br0" timeOffset="-11951.0444">0 0 0</inkml:trace>
  <inkml:trace contextRef="#ctx0" brushRef="#br0" timeOffset="-10370.5764">341-62 0</inkml:trace>
  <inkml:trace contextRef="#ctx0" brushRef="#br0" timeOffset="-8525.1941">0 248 0</inkml:trace>
  <inkml:trace contextRef="#ctx0" brushRef="#br0" timeOffset="-5975.8402">155 93 0</inkml:trace>
  <inkml:trace contextRef="#ctx0" brushRef="#br0" timeOffset="-9517.3725">341 217 0</inkml:trace>
  <inkml:trace contextRef="#ctx0" brushRef="#br0" timeOffset="-3428.6767">-124 124 0</inkml:trace>
  <inkml:trace contextRef="#ctx0" brushRef="#br0" timeOffset="-1774.8979">-154-93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2:17.82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 contextRef="#ctx0" brushRef="#br0">-867 4306 0</inkml:trace>
  <inkml:trace contextRef="#ctx0" brushRef="#br0" timeOffset="-1.66159E6">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03:28.529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0 464 0</inkml:trace>
  <inkml:trace contextRef="#ctx0" brushRef="#br0" timeOffset="-7305.4289">155-217 0</inkml:trace>
  <inkml:trace contextRef="#ctx0" brushRef="#br0" timeOffset="-11951.0444">0 0 0</inkml:trace>
  <inkml:trace contextRef="#ctx0" brushRef="#br0" timeOffset="-10370.5764">341-62 0</inkml:trace>
  <inkml:trace contextRef="#ctx0" brushRef="#br0" timeOffset="-8525.1941">0 248 0</inkml:trace>
  <inkml:trace contextRef="#ctx0" brushRef="#br0" timeOffset="-5975.8402">155 93 0</inkml:trace>
  <inkml:trace contextRef="#ctx0" brushRef="#br0" timeOffset="-9517.3725">341 217 0</inkml:trace>
  <inkml:trace contextRef="#ctx0" brushRef="#br0" timeOffset="-3428.6767">-124 124 0</inkml:trace>
  <inkml:trace contextRef="#ctx0" brushRef="#br0" timeOffset="-1774.8979">-154-93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2:17.82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 contextRef="#ctx0" brushRef="#br0">-867 4306 0</inkml:trace>
  <inkml:trace contextRef="#ctx0" brushRef="#br0" timeOffset="-1.66159E6">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03:28.529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0 464 0</inkml:trace>
  <inkml:trace contextRef="#ctx0" brushRef="#br0" timeOffset="-7305.4289">155-217 0</inkml:trace>
  <inkml:trace contextRef="#ctx0" brushRef="#br0" timeOffset="-11951.0444">0 0 0</inkml:trace>
  <inkml:trace contextRef="#ctx0" brushRef="#br0" timeOffset="-10370.5764">341-62 0</inkml:trace>
  <inkml:trace contextRef="#ctx0" brushRef="#br0" timeOffset="-8525.1941">0 248 0</inkml:trace>
  <inkml:trace contextRef="#ctx0" brushRef="#br0" timeOffset="-5975.8402">155 93 0</inkml:trace>
  <inkml:trace contextRef="#ctx0" brushRef="#br0" timeOffset="-9517.3725">341 217 0</inkml:trace>
  <inkml:trace contextRef="#ctx0" brushRef="#br0" timeOffset="-3428.6767">-124 124 0</inkml:trace>
  <inkml:trace contextRef="#ctx0" brushRef="#br0" timeOffset="-1774.8979">-154-93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28B61-BFA6-400D-BDE3-B665A5BDD9AB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2B2C2-2666-4B0E-A8FB-092A6CDE8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72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65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696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33BD-6604-7244-5767-36CF28A9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256B17-3461-6B7C-0762-C3437D962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C32B9-A4CC-40FE-3A6C-F84AE0615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0839D-54D4-B791-DAA8-4A1A16706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897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4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905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993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595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280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353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26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666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CF8C-0DFB-BFC2-9F73-49266B19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21249-D279-6BC3-17F9-F1C7A0FDD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2E752-5AE6-066E-11E8-FFCE67D0D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A5EA0-A922-48AC-162C-EFBE12187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314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CF8C-0DFB-BFC2-9F73-49266B19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21249-D279-6BC3-17F9-F1C7A0FDD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2E752-5AE6-066E-11E8-FFCE67D0D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A5EA0-A922-48AC-162C-EFBE12187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486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673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CF8C-0DFB-BFC2-9F73-49266B19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21249-D279-6BC3-17F9-F1C7A0FDD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2E752-5AE6-066E-11E8-FFCE67D0D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A5EA0-A922-48AC-162C-EFBE12187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244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CF8C-0DFB-BFC2-9F73-49266B19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21249-D279-6BC3-17F9-F1C7A0FDD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2E752-5AE6-066E-11E8-FFCE67D0D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A5EA0-A922-48AC-162C-EFBE12187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0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F54DB-8DB6-AA8E-9C2A-4A566D50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DCE23-B615-1DFE-4C93-45AB3BC5F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95BA9-88D5-1178-7A37-10C4A5262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9CBC-7FEC-B837-02C2-06779954A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8720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927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939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F54DB-8DB6-AA8E-9C2A-4A566D50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DCE23-B615-1DFE-4C93-45AB3BC5F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95BA9-88D5-1178-7A37-10C4A5262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9CBC-7FEC-B837-02C2-06779954A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8025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33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6805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F4D3B-72F8-CDC0-F454-3B7E0912B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C39C1-0E97-239D-5DCB-8FBFC8418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DEFF0-1724-F566-0021-E0A935F47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C1DDA-F5CA-C594-5169-877C927AB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2772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207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104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F4D3B-72F8-CDC0-F454-3B7E0912B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C39C1-0E97-239D-5DCB-8FBFC8418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DEFF0-1724-F566-0021-E0A935F47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C1DDA-F5CA-C594-5169-877C927AB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7294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Note: there are lots of different types of ensemble classifier – this section is a chance for you to go as far/deep as you like. (E.g., if you’re aiming for top marks.)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59128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3962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7936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6113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8139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4F0F-FB7C-E21E-61C9-4D6BD89B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90F9B-7948-2CD5-1D37-BFA7207D4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5CB4A-C0D3-7010-2F04-3C09DD0D0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76BBB-3AB5-53C0-62DF-8DA28C908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9940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6121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4135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7659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7693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9135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9267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08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5936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3638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9033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4809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6038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9127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9990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5251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118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4F0F-FB7C-E21E-61C9-4D6BD89B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90F9B-7948-2CD5-1D37-BFA7207D4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5CB4A-C0D3-7010-2F04-3C09DD0D0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76BBB-3AB5-53C0-62DF-8DA28C908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5040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You’re not </a:t>
            </a:r>
            <a:r>
              <a:rPr lang="en-GB" i="1" dirty="0"/>
              <a:t>expected</a:t>
            </a:r>
            <a:r>
              <a:rPr lang="en-GB" dirty="0"/>
              <a:t> to have lots of references. But if you do draw on particular sources for information or ideas, then you should cite/reference them. This includes the source files for any self-authored images. You need to use Cite Them Right Harvard – MMU library guidance here: https://www.mmu.ac.uk/library/referencing-and-study-support/citing-and-referencing/cite-them-right-Harvard</a:t>
            </a:r>
            <a:br>
              <a:rPr lang="en-GB" dirty="0"/>
            </a:br>
            <a:r>
              <a:rPr lang="en-GB" dirty="0"/>
              <a:t>You can include the citations in the Notes panel underneath the relevant slide(s) with a </a:t>
            </a:r>
            <a:r>
              <a:rPr lang="en-GB" i="1" dirty="0"/>
              <a:t>brief</a:t>
            </a:r>
            <a:r>
              <a:rPr lang="en-GB" dirty="0"/>
              <a:t> note explaining the relevance of the reference. </a:t>
            </a:r>
          </a:p>
          <a:p>
            <a:r>
              <a:rPr lang="en-GB" dirty="0"/>
              <a:t>If you have used other software to author an image in one of your slides, then you should cite/reference the original file you used to generate the image, </a:t>
            </a:r>
            <a:r>
              <a:rPr lang="en-GB" b="0" i="1" dirty="0"/>
              <a:t>and include a link</a:t>
            </a:r>
            <a:r>
              <a:rPr lang="en-GB" dirty="0"/>
              <a:t>. For example, if you generated the image by writing Python code, then you should cite/reference your original notebook and include a </a:t>
            </a:r>
            <a:r>
              <a:rPr lang="en-GB" dirty="0" err="1"/>
              <a:t>Colab</a:t>
            </a:r>
            <a:r>
              <a:rPr lang="en-GB" dirty="0"/>
              <a:t> link. If you generated the image using Excel, or using Paint3D, or using any other program, then you should cite/reference your original file, and link to a copy stored on your OneDrive. In all cases, the file sharing needs to be set to “anyone with the link” so that markers can access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934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1067-F3FF-DB78-AA01-C5D723F5E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91976-E046-4520-5AD7-CDF9C0978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0A30F-1FA7-5D62-4FA8-5CC46B7A7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8CEB-A8D7-A7BA-455F-A6A6038B6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BD8F1-63DF-9011-26FD-B0AB7F48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80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9935A-D543-0B72-51A5-3D203B1E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8B7B5-896E-A784-E3FE-3C52D1F6E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502B8-B878-40AB-63B2-0887CF48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0A1A8-41BE-A4D6-1787-ADDDCD72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5455D-39BA-F592-42B9-12A9C5F8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8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7F68-908F-573A-5D5A-91BAF36D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3EE1F-5BCF-1B20-9987-397F76BCC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8F0C8-6EC3-538C-B0CD-9164531A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26820-7372-FFF6-B7DA-8A57C6F9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F0652-ABA7-75B9-21E4-2A059C14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79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55CC-2E13-BDA1-64FD-9D111E92C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B8D34-3BC0-346D-2C41-D8CA49DD5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14638-BFBE-B6B0-3887-1F97DE09D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69B0C-7378-6DB1-310F-32DAC604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913AE-631B-A3B1-317C-1FFBD3E3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5BDE1-A486-F6DF-BABB-1A102034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69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FF2D8-EBA5-FC38-B4D3-5DF9315AA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A2676-2FAC-CD10-E976-6306B07FF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D2723-557E-1D4C-A828-7BAD156CB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9E148-2AF8-DC2B-C4EA-3834A03CB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B8350B-B7C5-5E1D-404D-5D4EC2019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C69C9-49E4-A4C8-0CF2-14233450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08E6CD-99D2-7B60-0938-BA59B4C58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3D8A25-5D44-48D4-A55C-A4042071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71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C598-FFC1-5363-7B30-037D1CC84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84A360-60D3-7BF0-7EF8-8E327280B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E2ACA-ED13-B800-7731-69234953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9B1BF-58DF-A5FF-7BE5-B9F8924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62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C6C32F-7848-E34D-1732-44ACC8D53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958CD6-9D06-2A48-3CA2-5EDF722C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B0147-45DF-DD57-42A3-CAB825D8B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70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F87E-EE7B-1385-E79B-4CECD38F4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72476-274A-9F49-12F6-584CD531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4D3CB-0896-F623-9CD6-684E800B4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25B0F-DE8F-8204-6814-13297F9C0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A935D-BDAA-2A20-2A65-6B8CCF85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574DF-E3FA-494B-E29A-FFD70D4C2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36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D267-E042-5015-C8C8-4E3400FE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A6A94-4C08-EE8A-061D-DE902F50D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02BA9-2DE1-9A9B-513B-3CB7A0F83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39A14-2CC9-1745-7163-565909D9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9005F-4CC5-6441-C506-EA4499C6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85307-7BE7-A1E5-8A57-C15D81674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55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BCC4-F9E8-91CF-8259-B70B87F40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D8360-FF0B-986B-517E-186AFE211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F8B0C-DA04-56D1-8A86-5CB8D743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B9ECB-A6F1-83EC-EA53-602C7FFD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3916D-3EE8-FC49-B87F-C1E69C45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30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98710-6BFD-9218-981C-3F99E6DE4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35FC6-009A-1E8A-0BDD-E2BB9F3EB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1165A-68BD-CEAE-D750-4823F621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002C3-5EA1-BA45-635A-927DDF8F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FB09C-6C8D-A5B5-9970-A77C1E77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76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5A0172-C0DA-1F6C-B2CC-B7C94767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A67F9-9CB7-A68B-9A74-BE1D68CD8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E05A4-10FE-CCBC-013C-BE05F928B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59A6B-E44E-4437-A8D0-E1E4D157B96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2FA2-2D52-2705-CB62-0772B8E34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29DAC-3E4F-7689-EA80-9FC8A88CB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09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.xml"/><Relationship Id="rId4" Type="http://schemas.openxmlformats.org/officeDocument/2006/relationships/image" Target="../media/image1.emf"/><Relationship Id="rId9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hart" Target="../charts/char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8.xml"/><Relationship Id="rId4" Type="http://schemas.openxmlformats.org/officeDocument/2006/relationships/image" Target="../media/image1.emf"/><Relationship Id="rId9" Type="http://schemas.openxmlformats.org/officeDocument/2006/relationships/chart" Target="../charts/char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9.xml"/><Relationship Id="rId4" Type="http://schemas.openxmlformats.org/officeDocument/2006/relationships/image" Target="../media/image1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0.xml"/><Relationship Id="rId4" Type="http://schemas.openxmlformats.org/officeDocument/2006/relationships/image" Target="../media/image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1.xml"/><Relationship Id="rId4" Type="http://schemas.openxmlformats.org/officeDocument/2006/relationships/image" Target="../media/image1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3.xml"/><Relationship Id="rId4" Type="http://schemas.openxmlformats.org/officeDocument/2006/relationships/image" Target="../media/image1.emf"/><Relationship Id="rId9" Type="http://schemas.openxmlformats.org/officeDocument/2006/relationships/chart" Target="../charts/chart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image" Target="../media/image1.emf"/><Relationship Id="rId9" Type="http://schemas.openxmlformats.org/officeDocument/2006/relationships/chart" Target="../charts/chart2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7.xml"/><Relationship Id="rId4" Type="http://schemas.openxmlformats.org/officeDocument/2006/relationships/image" Target="../media/image1.emf"/><Relationship Id="rId9" Type="http://schemas.openxmlformats.org/officeDocument/2006/relationships/chart" Target="../charts/char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9.xml"/><Relationship Id="rId4" Type="http://schemas.openxmlformats.org/officeDocument/2006/relationships/image" Target="../media/image1.emf"/><Relationship Id="rId9" Type="http://schemas.openxmlformats.org/officeDocument/2006/relationships/chart" Target="../charts/chart2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jxzs8fz9qr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bm.com/think/topics/decision-trees" TargetMode="External"/><Relationship Id="rId4" Type="http://schemas.openxmlformats.org/officeDocument/2006/relationships/hyperlink" Target="https://www.ibm.com/think/topics/ensemble-lear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2B9D-423E-8634-EEE8-71184DC71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1CWK50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9599A-F7D0-3039-E618-CB413DA40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Kian Naidoo</a:t>
            </a:r>
          </a:p>
          <a:p>
            <a:endParaRPr lang="en-GB" dirty="0"/>
          </a:p>
          <a:p>
            <a:r>
              <a:rPr lang="en-GB" dirty="0" smtClean="0"/>
              <a:t>Student ID : 24793951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AD57B-ED6A-A3E1-7EE2-4EACD0DE2422}"/>
              </a:ext>
            </a:extLst>
          </p:cNvPr>
          <p:cNvSpPr txBox="1"/>
          <p:nvPr/>
        </p:nvSpPr>
        <p:spPr>
          <a:xfrm>
            <a:off x="3160156" y="6261042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/>
              <a:t>There are some comments in the Notes pane, below – make sure you read them</a:t>
            </a:r>
          </a:p>
        </p:txBody>
      </p:sp>
    </p:spTree>
    <p:extLst>
      <p:ext uri="{BB962C8B-B14F-4D97-AF65-F5344CB8AC3E}">
        <p14:creationId xmlns:p14="http://schemas.microsoft.com/office/powerpoint/2010/main" val="70534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87E210-6DA6-692B-AAAF-9E284AFFC7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k-nearest neighbours classifier</a:t>
            </a:r>
          </a:p>
        </p:txBody>
      </p:sp>
    </p:spTree>
    <p:extLst>
      <p:ext uri="{BB962C8B-B14F-4D97-AF65-F5344CB8AC3E}">
        <p14:creationId xmlns:p14="http://schemas.microsoft.com/office/powerpoint/2010/main" val="131658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3BEF02-B977-8963-764F-268FBCB97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3982" y="837397"/>
            <a:ext cx="2312954" cy="866067"/>
          </a:xfrm>
        </p:spPr>
        <p:txBody>
          <a:bodyPr>
            <a:normAutofit fontScale="90000"/>
          </a:bodyPr>
          <a:lstStyle/>
          <a:p>
            <a:r>
              <a:rPr lang="en-GB" dirty="0"/>
              <a:t>1. fit()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Ink 94"/>
              <p14:cNvContentPartPr/>
              <p14:nvPr/>
            </p14:nvContentPartPr>
            <p14:xfrm>
              <a:off x="13771818" y="2932657"/>
              <a:ext cx="312480" cy="155052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3818" y="2914657"/>
                <a:ext cx="348480" cy="1586520"/>
              </a:xfrm>
              <a:prstGeom prst="rect">
                <a:avLst/>
              </a:prstGeom>
            </p:spPr>
          </p:pic>
        </mc:Fallback>
      </mc:AlternateContent>
      <p:sp>
        <p:nvSpPr>
          <p:cNvPr id="145" name="TextBox 144"/>
          <p:cNvSpPr txBox="1"/>
          <p:nvPr/>
        </p:nvSpPr>
        <p:spPr>
          <a:xfrm>
            <a:off x="8750919" y="3972735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6" name="Rectangle 145"/>
          <p:cNvSpPr/>
          <p:nvPr/>
        </p:nvSpPr>
        <p:spPr>
          <a:xfrm>
            <a:off x="9603982" y="45339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9660667" y="57625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11100173" y="4533903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Cloud 169"/>
          <p:cNvSpPr/>
          <p:nvPr/>
        </p:nvSpPr>
        <p:spPr>
          <a:xfrm>
            <a:off x="11156859" y="4437258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ardrop 176"/>
          <p:cNvSpPr/>
          <p:nvPr/>
        </p:nvSpPr>
        <p:spPr>
          <a:xfrm rot="8744899">
            <a:off x="11050743" y="5737885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Cloud 177"/>
          <p:cNvSpPr/>
          <p:nvPr/>
        </p:nvSpPr>
        <p:spPr>
          <a:xfrm>
            <a:off x="11156133" y="5668540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0" name="Ink 179"/>
              <p14:cNvContentPartPr/>
              <p14:nvPr/>
            </p14:nvContentPartPr>
            <p14:xfrm>
              <a:off x="11131000" y="5813507"/>
              <a:ext cx="178560" cy="24552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13000" y="5795507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547686963"/>
              </p:ext>
            </p:extLst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419446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744B-D9F9-D529-E282-8160C9DE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ight Arrow 41"/>
          <p:cNvSpPr/>
          <p:nvPr/>
        </p:nvSpPr>
        <p:spPr>
          <a:xfrm rot="1539360">
            <a:off x="7216310" y="2335468"/>
            <a:ext cx="1912042" cy="669073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876335" y="2308302"/>
            <a:ext cx="6324186" cy="385478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238" y="4994226"/>
            <a:ext cx="1583496" cy="1451538"/>
          </a:xfrm>
          <a:prstGeom prst="rect">
            <a:avLst/>
          </a:prstGeom>
        </p:spPr>
      </p:pic>
      <p:sp>
        <p:nvSpPr>
          <p:cNvPr id="108" name="Cloud 107"/>
          <p:cNvSpPr/>
          <p:nvPr/>
        </p:nvSpPr>
        <p:spPr>
          <a:xfrm>
            <a:off x="9273486" y="2663365"/>
            <a:ext cx="952500" cy="700588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Cloud 108"/>
          <p:cNvSpPr/>
          <p:nvPr/>
        </p:nvSpPr>
        <p:spPr>
          <a:xfrm>
            <a:off x="10084903" y="2579731"/>
            <a:ext cx="952500" cy="700588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Cloud 109"/>
          <p:cNvSpPr/>
          <p:nvPr/>
        </p:nvSpPr>
        <p:spPr>
          <a:xfrm>
            <a:off x="9679195" y="2166165"/>
            <a:ext cx="952500" cy="700588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Picture 1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754" y="3262383"/>
            <a:ext cx="1596103" cy="1669769"/>
          </a:xfrm>
          <a:prstGeom prst="rect">
            <a:avLst/>
          </a:prstGeom>
        </p:spPr>
      </p:pic>
      <p:pic>
        <p:nvPicPr>
          <p:cNvPr id="114" name="Picture 1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940" y="3975674"/>
            <a:ext cx="868619" cy="908709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090" y="3652025"/>
            <a:ext cx="1238250" cy="1295400"/>
          </a:xfrm>
          <a:prstGeom prst="rect">
            <a:avLst/>
          </a:prstGeom>
        </p:spPr>
      </p:pic>
      <p:cxnSp>
        <p:nvCxnSpPr>
          <p:cNvPr id="56" name="Straight Arrow Connector 55"/>
          <p:cNvCxnSpPr/>
          <p:nvPr/>
        </p:nvCxnSpPr>
        <p:spPr>
          <a:xfrm flipV="1">
            <a:off x="387126" y="6516859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387126" y="1956010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056199" y="585893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353565" y="505233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3342197" y="54166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3502031" y="413235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4763980" y="484655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920418" y="4037570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5936716" y="385276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2801365" y="320123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4563258" y="345823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5836355" y="508950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169462" y="571397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4349526" y="557510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2418507" y="496312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406211" y="427546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3409104" y="479585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1196518" y="435724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037077" y="445399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259278" y="322963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2744679" y="385915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8" name="Chart 77"/>
          <p:cNvGraphicFramePr/>
          <p:nvPr>
            <p:extLst>
              <p:ext uri="{D42A27DB-BD31-4B8C-83A1-F6EECF244321}">
                <p14:modId xmlns:p14="http://schemas.microsoft.com/office/powerpoint/2010/main" val="2888263048"/>
              </p:ext>
            </p:extLst>
          </p:nvPr>
        </p:nvGraphicFramePr>
        <p:xfrm>
          <a:off x="-80540" y="1954524"/>
          <a:ext cx="7276726" cy="4927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409104" y="2772076"/>
            <a:ext cx="6293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2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08" grpId="0" animBg="1"/>
      <p:bldP spid="109" grpId="0" animBg="1"/>
      <p:bldP spid="1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C309-3EC8-10A6-3FEF-F2532603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7B1265-4DEF-699E-E8CA-5980695AE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39632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3612995" y="3491265"/>
            <a:ext cx="317810" cy="341856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041780" y="4058116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9787046" y="453576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843731" y="576437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1283237" y="4535769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loud 27"/>
          <p:cNvSpPr/>
          <p:nvPr/>
        </p:nvSpPr>
        <p:spPr>
          <a:xfrm>
            <a:off x="11339923" y="4439124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ardrop 28"/>
          <p:cNvSpPr/>
          <p:nvPr/>
        </p:nvSpPr>
        <p:spPr>
          <a:xfrm rot="8744899">
            <a:off x="11233807" y="5739751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/>
          <p:cNvSpPr/>
          <p:nvPr/>
        </p:nvSpPr>
        <p:spPr>
          <a:xfrm>
            <a:off x="11339197" y="5670406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/>
              <p14:cNvContentPartPr/>
              <p14:nvPr/>
            </p14:nvContentPartPr>
            <p14:xfrm>
              <a:off x="11314064" y="5815373"/>
              <a:ext cx="178560" cy="24552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96064" y="5797373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2161728495"/>
              </p:ext>
            </p:extLst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8502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5325905" y="5748224"/>
            <a:ext cx="512853" cy="38237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09591" y="4126089"/>
            <a:ext cx="426199" cy="3127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909437" y="5758924"/>
            <a:ext cx="550097" cy="38650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65745" y="3238500"/>
            <a:ext cx="550097" cy="38650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10555662" y="359046"/>
            <a:ext cx="332914" cy="35315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7906559" y="344039"/>
            <a:ext cx="426199" cy="3127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9692648" y="337261"/>
            <a:ext cx="438105" cy="40293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6639432" y="357226"/>
            <a:ext cx="550097" cy="38650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" name="Straight Arrow Connector 1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181813" y="4102981"/>
            <a:ext cx="635285" cy="4384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3836823" y="3039529"/>
            <a:ext cx="622711" cy="565495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3988905" y="3517039"/>
            <a:ext cx="291014" cy="2134641"/>
          </a:xfrm>
          <a:prstGeom prst="downArrow">
            <a:avLst>
              <a:gd name="adj1" fmla="val 34730"/>
              <a:gd name="adj2" fmla="val 50000"/>
            </a:avLst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 rot="10800000">
            <a:off x="1315844" y="3302181"/>
            <a:ext cx="2673061" cy="262618"/>
          </a:xfrm>
          <a:prstGeom prst="rightArrow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953001" y="5777497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X1</a:t>
            </a:r>
            <a:r>
              <a:rPr lang="en-US" dirty="0" smtClean="0"/>
              <a:t>        </a:t>
            </a:r>
            <a:r>
              <a:rPr lang="en-US" b="1" dirty="0" smtClean="0"/>
              <a:t>X2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821750" y="3275382"/>
            <a:ext cx="531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Y1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Y2</a:t>
            </a:r>
            <a:endParaRPr lang="en-US" b="1" dirty="0"/>
          </a:p>
        </p:txBody>
      </p:sp>
      <p:sp>
        <p:nvSpPr>
          <p:cNvPr id="47" name="Down Arrow 46"/>
          <p:cNvSpPr/>
          <p:nvPr/>
        </p:nvSpPr>
        <p:spPr>
          <a:xfrm>
            <a:off x="5418127" y="4541427"/>
            <a:ext cx="306377" cy="1091238"/>
          </a:xfrm>
          <a:prstGeom prst="downArrow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/>
          <p:cNvSpPr/>
          <p:nvPr/>
        </p:nvSpPr>
        <p:spPr>
          <a:xfrm rot="5400000">
            <a:off x="3079772" y="2302113"/>
            <a:ext cx="337440" cy="3847604"/>
          </a:xfrm>
          <a:prstGeom prst="downArrow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418127" y="58763"/>
                <a:ext cx="69081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 </a:t>
                </a:r>
              </a:p>
              <a:p>
                <a:r>
                  <a:rPr lang="en-US" dirty="0" smtClean="0"/>
                  <a:t>   =   </a:t>
                </a:r>
                <a:r>
                  <a:rPr lang="en-US" b="1" dirty="0" smtClean="0"/>
                  <a:t>( </a:t>
                </a:r>
                <a:r>
                  <a:rPr lang="en-US" b="1" dirty="0" smtClean="0">
                    <a:solidFill>
                      <a:schemeClr val="bg1">
                        <a:lumMod val="95000"/>
                      </a:schemeClr>
                    </a:solidFill>
                  </a:rPr>
                  <a:t>Y1</a:t>
                </a:r>
                <a:r>
                  <a:rPr lang="en-US" b="1" dirty="0" smtClean="0"/>
                  <a:t>  </a:t>
                </a:r>
                <a:r>
                  <a:rPr lang="en-US" b="1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dirty="0" smtClean="0"/>
                  <a:t>–   </a:t>
                </a:r>
                <a:r>
                  <a:rPr lang="en-US" b="1" dirty="0" smtClean="0"/>
                  <a:t>Y2 )^2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smtClean="0"/>
                  <a:t>+  (</a:t>
                </a:r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chemeClr val="bg1"/>
                    </a:solidFill>
                  </a:rPr>
                  <a:t>X1</a:t>
                </a:r>
                <a:r>
                  <a:rPr lang="en-US" b="1" dirty="0" smtClean="0"/>
                  <a:t> </a:t>
                </a:r>
                <a:r>
                  <a:rPr lang="en-US" dirty="0" smtClean="0"/>
                  <a:t>-  </a:t>
                </a:r>
                <a:r>
                  <a:rPr lang="en-US" b="1" dirty="0" smtClean="0"/>
                  <a:t>X2)^2</a:t>
                </a:r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127" y="58763"/>
                <a:ext cx="6908116" cy="646331"/>
              </a:xfrm>
              <a:prstGeom prst="rect">
                <a:avLst/>
              </a:prstGeom>
              <a:blipFill>
                <a:blip r:embed="rId3"/>
                <a:stretch>
                  <a:fillRect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Connector 100"/>
          <p:cNvCxnSpPr/>
          <p:nvPr/>
        </p:nvCxnSpPr>
        <p:spPr>
          <a:xfrm>
            <a:off x="6114762" y="284672"/>
            <a:ext cx="224613" cy="4480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6339375" y="99787"/>
            <a:ext cx="236004" cy="6329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6575379" y="99787"/>
            <a:ext cx="42962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ight Arrow 114"/>
          <p:cNvSpPr/>
          <p:nvPr/>
        </p:nvSpPr>
        <p:spPr>
          <a:xfrm rot="2672654">
            <a:off x="4832801" y="286723"/>
            <a:ext cx="893482" cy="360677"/>
          </a:xfrm>
          <a:prstGeom prst="rightArrow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Arrow 119"/>
          <p:cNvSpPr/>
          <p:nvPr/>
        </p:nvSpPr>
        <p:spPr>
          <a:xfrm rot="2656705">
            <a:off x="4197855" y="3578453"/>
            <a:ext cx="1097242" cy="303223"/>
          </a:xfrm>
          <a:prstGeom prst="rightArrow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Chart 21"/>
          <p:cNvGraphicFramePr/>
          <p:nvPr>
            <p:extLst>
              <p:ext uri="{D42A27DB-BD31-4B8C-83A1-F6EECF244321}">
                <p14:modId xmlns:p14="http://schemas.microsoft.com/office/powerpoint/2010/main" val="4201698252"/>
              </p:ext>
            </p:extLst>
          </p:nvPr>
        </p:nvGraphicFramePr>
        <p:xfrm>
          <a:off x="869436" y="992493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3886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44949" y="40897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369873" y="41226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3612995" y="3491265"/>
            <a:ext cx="317810" cy="341856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933983" y="3974601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9787046" y="453576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843731" y="576437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1283237" y="4535769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loud 27"/>
          <p:cNvSpPr/>
          <p:nvPr/>
        </p:nvSpPr>
        <p:spPr>
          <a:xfrm>
            <a:off x="11339923" y="4439124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ardrop 28"/>
          <p:cNvSpPr/>
          <p:nvPr/>
        </p:nvSpPr>
        <p:spPr>
          <a:xfrm rot="8744899">
            <a:off x="11233807" y="5739751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/>
          <p:cNvSpPr/>
          <p:nvPr/>
        </p:nvSpPr>
        <p:spPr>
          <a:xfrm>
            <a:off x="11339197" y="5670406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/>
              <p14:cNvContentPartPr/>
              <p14:nvPr/>
            </p14:nvContentPartPr>
            <p14:xfrm>
              <a:off x="11314064" y="5815373"/>
              <a:ext cx="178560" cy="24552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96064" y="5797373"/>
                <a:ext cx="214560" cy="28152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/>
          <p:cNvSpPr txBox="1"/>
          <p:nvPr/>
        </p:nvSpPr>
        <p:spPr>
          <a:xfrm>
            <a:off x="3289794" y="3318071"/>
            <a:ext cx="686732" cy="1142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2820793" y="2546401"/>
            <a:ext cx="1938764" cy="192957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Right Arrow 33"/>
          <p:cNvSpPr/>
          <p:nvPr/>
        </p:nvSpPr>
        <p:spPr>
          <a:xfrm>
            <a:off x="4787900" y="2773462"/>
            <a:ext cx="5055831" cy="227261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944092" y="2606194"/>
            <a:ext cx="1876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 </a:t>
            </a:r>
            <a:r>
              <a:rPr lang="en-US" sz="3200" b="1" dirty="0" smtClean="0">
                <a:solidFill>
                  <a:srgbClr val="FFC000"/>
                </a:solidFill>
              </a:rPr>
              <a:t>K = 5</a:t>
            </a:r>
            <a:endParaRPr lang="en-US" sz="3200" b="1" dirty="0">
              <a:solidFill>
                <a:srgbClr val="FFC000"/>
              </a:solidFill>
            </a:endParaRPr>
          </a:p>
        </p:txBody>
      </p:sp>
      <p:sp>
        <p:nvSpPr>
          <p:cNvPr id="37" name="Right Arrow 36"/>
          <p:cNvSpPr/>
          <p:nvPr/>
        </p:nvSpPr>
        <p:spPr>
          <a:xfrm rot="16200000" flipV="1">
            <a:off x="2257757" y="2013848"/>
            <a:ext cx="2307723" cy="30033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2767852" y="330591"/>
            <a:ext cx="1627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K = 1</a:t>
            </a:r>
            <a:endParaRPr lang="en-US" sz="3200" b="1" dirty="0"/>
          </a:p>
        </p:txBody>
      </p:sp>
      <p:cxnSp>
        <p:nvCxnSpPr>
          <p:cNvPr id="40" name="Straight Arrow Connector 39"/>
          <p:cNvCxnSpPr>
            <a:endCxn id="16" idx="0"/>
          </p:cNvCxnSpPr>
          <p:nvPr/>
        </p:nvCxnSpPr>
        <p:spPr>
          <a:xfrm flipH="1">
            <a:off x="3501996" y="3830560"/>
            <a:ext cx="159324" cy="259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3930805" y="3423425"/>
            <a:ext cx="495996" cy="2286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869788" y="3816482"/>
            <a:ext cx="704220" cy="2921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3822700" y="3235714"/>
            <a:ext cx="0" cy="36624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098180" y="3280319"/>
            <a:ext cx="575218" cy="32164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3610911" y="3810001"/>
            <a:ext cx="139422" cy="26815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Chart 44"/>
          <p:cNvGraphicFramePr/>
          <p:nvPr>
            <p:extLst>
              <p:ext uri="{D42A27DB-BD31-4B8C-83A1-F6EECF244321}">
                <p14:modId xmlns:p14="http://schemas.microsoft.com/office/powerpoint/2010/main" val="2177533166"/>
              </p:ext>
            </p:extLst>
          </p:nvPr>
        </p:nvGraphicFramePr>
        <p:xfrm>
          <a:off x="852513" y="1063263"/>
          <a:ext cx="7276726" cy="4883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560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3612995" y="3491265"/>
            <a:ext cx="317810" cy="341856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935846" y="4058116"/>
            <a:ext cx="2930908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</a:t>
            </a:r>
            <a:r>
              <a:rPr lang="en-US" b="1" dirty="0" smtClean="0"/>
              <a:t>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</a:t>
            </a:r>
            <a:r>
              <a:rPr lang="en-US" b="1" dirty="0" smtClean="0"/>
              <a:t>=</a:t>
            </a:r>
            <a:r>
              <a:rPr lang="en-US" dirty="0" smtClean="0"/>
              <a:t>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9787046" y="453576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843731" y="576437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1283237" y="4535769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loud 27"/>
          <p:cNvSpPr/>
          <p:nvPr/>
        </p:nvSpPr>
        <p:spPr>
          <a:xfrm>
            <a:off x="11339923" y="4439124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ardrop 28"/>
          <p:cNvSpPr/>
          <p:nvPr/>
        </p:nvSpPr>
        <p:spPr>
          <a:xfrm rot="8744899">
            <a:off x="11233807" y="5739751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/>
          <p:cNvSpPr/>
          <p:nvPr/>
        </p:nvSpPr>
        <p:spPr>
          <a:xfrm>
            <a:off x="11339197" y="5670406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/>
              <p14:cNvContentPartPr/>
              <p14:nvPr/>
            </p14:nvContentPartPr>
            <p14:xfrm>
              <a:off x="11314064" y="5815373"/>
              <a:ext cx="178560" cy="24552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96064" y="5797373"/>
                <a:ext cx="214560" cy="281520"/>
              </a:xfrm>
              <a:prstGeom prst="rect">
                <a:avLst/>
              </a:prstGeom>
            </p:spPr>
          </p:pic>
        </mc:Fallback>
      </mc:AlternateContent>
      <p:cxnSp>
        <p:nvCxnSpPr>
          <p:cNvPr id="33" name="Straight Arrow Connector 32"/>
          <p:cNvCxnSpPr>
            <a:stCxn id="23" idx="4"/>
            <a:endCxn id="7" idx="3"/>
          </p:cNvCxnSpPr>
          <p:nvPr/>
        </p:nvCxnSpPr>
        <p:spPr>
          <a:xfrm flipV="1">
            <a:off x="3930805" y="3423091"/>
            <a:ext cx="529339" cy="19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3" idx="2"/>
            <a:endCxn id="16" idx="0"/>
          </p:cNvCxnSpPr>
          <p:nvPr/>
        </p:nvCxnSpPr>
        <p:spPr>
          <a:xfrm flipH="1">
            <a:off x="3504272" y="3833120"/>
            <a:ext cx="169420" cy="277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3" idx="3"/>
            <a:endCxn id="18" idx="1"/>
          </p:cNvCxnSpPr>
          <p:nvPr/>
        </p:nvCxnSpPr>
        <p:spPr>
          <a:xfrm>
            <a:off x="3870108" y="3833120"/>
            <a:ext cx="467714" cy="224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3" idx="0"/>
          </p:cNvCxnSpPr>
          <p:nvPr/>
        </p:nvCxnSpPr>
        <p:spPr>
          <a:xfrm flipV="1">
            <a:off x="3771900" y="3235713"/>
            <a:ext cx="215590" cy="255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9" idx="5"/>
          </p:cNvCxnSpPr>
          <p:nvPr/>
        </p:nvCxnSpPr>
        <p:spPr>
          <a:xfrm flipH="1" flipV="1">
            <a:off x="3061708" y="3360031"/>
            <a:ext cx="668375" cy="261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3467" y="2773462"/>
            <a:ext cx="2229977" cy="166566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Right Arrow 37"/>
          <p:cNvSpPr/>
          <p:nvPr/>
        </p:nvSpPr>
        <p:spPr>
          <a:xfrm rot="20043250">
            <a:off x="4171292" y="1294374"/>
            <a:ext cx="3857667" cy="89982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8367648" y="412628"/>
            <a:ext cx="29715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K = 5</a:t>
            </a:r>
          </a:p>
          <a:p>
            <a:r>
              <a:rPr lang="en-US" sz="4800" dirty="0" smtClean="0"/>
              <a:t>   = 3</a:t>
            </a:r>
            <a:endParaRPr lang="en-US" sz="4800" dirty="0"/>
          </a:p>
          <a:p>
            <a:r>
              <a:rPr lang="en-US" sz="4800" dirty="0" smtClean="0"/>
              <a:t>   = 2</a:t>
            </a:r>
          </a:p>
          <a:p>
            <a:r>
              <a:rPr lang="en-US" sz="4800" dirty="0" smtClean="0"/>
              <a:t>   = </a:t>
            </a:r>
            <a:endParaRPr lang="en-US" sz="4800" dirty="0"/>
          </a:p>
        </p:txBody>
      </p:sp>
      <p:sp>
        <p:nvSpPr>
          <p:cNvPr id="56" name="Rectangle 55"/>
          <p:cNvSpPr/>
          <p:nvPr/>
        </p:nvSpPr>
        <p:spPr>
          <a:xfrm>
            <a:off x="8621753" y="145249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5-Point Star 57"/>
          <p:cNvSpPr/>
          <p:nvPr/>
        </p:nvSpPr>
        <p:spPr>
          <a:xfrm>
            <a:off x="8665426" y="2799521"/>
            <a:ext cx="582794" cy="435079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0409522" y="290754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8310032" y="247073"/>
            <a:ext cx="3225904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      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1" name="Oval 60"/>
          <p:cNvSpPr/>
          <p:nvPr/>
        </p:nvSpPr>
        <p:spPr>
          <a:xfrm>
            <a:off x="8665426" y="2125818"/>
            <a:ext cx="242838" cy="27378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Chart 46"/>
          <p:cNvGraphicFramePr/>
          <p:nvPr>
            <p:extLst>
              <p:ext uri="{D42A27DB-BD31-4B8C-83A1-F6EECF244321}">
                <p14:modId xmlns:p14="http://schemas.microsoft.com/office/powerpoint/2010/main" val="3500321401"/>
              </p:ext>
            </p:extLst>
          </p:nvPr>
        </p:nvGraphicFramePr>
        <p:xfrm>
          <a:off x="888864" y="943742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3018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/>
          <p:cNvSpPr txBox="1"/>
          <p:nvPr/>
        </p:nvSpPr>
        <p:spPr>
          <a:xfrm>
            <a:off x="8643075" y="136397"/>
            <a:ext cx="3352383" cy="6574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" name="Straight Arrow Connector 1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133074" y="3648657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44949" y="40897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369873" y="41226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3612995" y="3491265"/>
            <a:ext cx="317810" cy="341856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090724" y="3295910"/>
            <a:ext cx="896766" cy="1142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2305166" y="342913"/>
            <a:ext cx="253574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K = 2 ?</a:t>
            </a:r>
            <a:endParaRPr lang="en-US" sz="3200" b="1" dirty="0"/>
          </a:p>
        </p:txBody>
      </p:sp>
      <p:graphicFrame>
        <p:nvGraphicFramePr>
          <p:cNvPr id="45" name="Chart 44"/>
          <p:cNvGraphicFramePr/>
          <p:nvPr>
            <p:extLst>
              <p:ext uri="{D42A27DB-BD31-4B8C-83A1-F6EECF244321}">
                <p14:modId xmlns:p14="http://schemas.microsoft.com/office/powerpoint/2010/main" val="446443761"/>
              </p:ext>
            </p:extLst>
          </p:nvPr>
        </p:nvGraphicFramePr>
        <p:xfrm>
          <a:off x="866786" y="1101321"/>
          <a:ext cx="7276726" cy="4872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7" name="Straight Arrow Connector 46"/>
          <p:cNvCxnSpPr/>
          <p:nvPr/>
        </p:nvCxnSpPr>
        <p:spPr>
          <a:xfrm flipH="1">
            <a:off x="3501996" y="3830560"/>
            <a:ext cx="159324" cy="259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3376947" y="3685573"/>
            <a:ext cx="291779" cy="48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/>
          <p:cNvCxnSpPr/>
          <p:nvPr/>
        </p:nvCxnSpPr>
        <p:spPr>
          <a:xfrm flipV="1">
            <a:off x="3994151" y="1916784"/>
            <a:ext cx="4612340" cy="1817020"/>
          </a:xfrm>
          <a:prstGeom prst="bentConnector3">
            <a:avLst>
              <a:gd name="adj1" fmla="val 45200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9797618" y="2106361"/>
            <a:ext cx="395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9797617" y="2804128"/>
            <a:ext cx="625643" cy="1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9309006" y="1998278"/>
            <a:ext cx="231575" cy="21616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315274" y="1209158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5-Point Star 59"/>
          <p:cNvSpPr/>
          <p:nvPr/>
        </p:nvSpPr>
        <p:spPr>
          <a:xfrm>
            <a:off x="10794464" y="1916784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5-Point Star 60"/>
          <p:cNvSpPr/>
          <p:nvPr/>
        </p:nvSpPr>
        <p:spPr>
          <a:xfrm>
            <a:off x="10796557" y="2585201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9663225" y="1735712"/>
            <a:ext cx="66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9759346" y="2491894"/>
            <a:ext cx="66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(3)</a:t>
            </a:r>
            <a:endParaRPr lang="en-US" dirty="0"/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10094229" y="3332869"/>
            <a:ext cx="0" cy="836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424793" y="4434475"/>
            <a:ext cx="1821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2400" b="1" dirty="0" smtClean="0"/>
              <a:t>2 &lt; 3</a:t>
            </a:r>
            <a:endParaRPr lang="en-US" sz="2400" b="1" dirty="0"/>
          </a:p>
        </p:txBody>
      </p:sp>
      <p:sp>
        <p:nvSpPr>
          <p:cNvPr id="69" name="5-Point Star 68"/>
          <p:cNvSpPr/>
          <p:nvPr/>
        </p:nvSpPr>
        <p:spPr>
          <a:xfrm>
            <a:off x="9288461" y="5780001"/>
            <a:ext cx="406055" cy="376521"/>
          </a:xfrm>
          <a:prstGeom prst="star5">
            <a:avLst>
              <a:gd name="adj" fmla="val 16786"/>
              <a:gd name="hf" fmla="val 105146"/>
              <a:gd name="vf" fmla="val 110557"/>
            </a:avLst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Equal 69"/>
          <p:cNvSpPr/>
          <p:nvPr/>
        </p:nvSpPr>
        <p:spPr>
          <a:xfrm>
            <a:off x="9871043" y="5767363"/>
            <a:ext cx="644222" cy="510139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Oval 70"/>
          <p:cNvSpPr/>
          <p:nvPr/>
        </p:nvSpPr>
        <p:spPr>
          <a:xfrm>
            <a:off x="10728039" y="5861785"/>
            <a:ext cx="274974" cy="2947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10110438" y="5006898"/>
            <a:ext cx="0" cy="490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ight Arrow 79"/>
          <p:cNvSpPr/>
          <p:nvPr/>
        </p:nvSpPr>
        <p:spPr>
          <a:xfrm flipV="1">
            <a:off x="5034134" y="451358"/>
            <a:ext cx="3330220" cy="3497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 flipH="1">
            <a:off x="9079823" y="256508"/>
            <a:ext cx="3791451" cy="16927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 K = 2</a:t>
            </a:r>
          </a:p>
          <a:p>
            <a:r>
              <a:rPr lang="en-US" sz="2800" b="1" dirty="0" smtClean="0"/>
              <a:t>   = 1</a:t>
            </a:r>
            <a:endParaRPr lang="en-US" sz="2800" b="1" dirty="0"/>
          </a:p>
          <a:p>
            <a:r>
              <a:rPr lang="en-US" sz="2800" b="1" dirty="0" smtClean="0"/>
              <a:t>   = 1</a:t>
            </a:r>
          </a:p>
          <a:p>
            <a:r>
              <a:rPr lang="en-US" sz="2000" dirty="0" smtClean="0"/>
              <a:t>    </a:t>
            </a:r>
            <a:endParaRPr lang="en-US" sz="2000" dirty="0"/>
          </a:p>
        </p:txBody>
      </p:sp>
      <p:sp>
        <p:nvSpPr>
          <p:cNvPr id="88" name="Oval 87"/>
          <p:cNvSpPr/>
          <p:nvPr/>
        </p:nvSpPr>
        <p:spPr>
          <a:xfrm>
            <a:off x="9288461" y="893373"/>
            <a:ext cx="231575" cy="21616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9306953" y="260007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Connector 90"/>
          <p:cNvCxnSpPr/>
          <p:nvPr/>
        </p:nvCxnSpPr>
        <p:spPr>
          <a:xfrm flipV="1">
            <a:off x="8638370" y="1636295"/>
            <a:ext cx="3352383" cy="19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37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8B27-E536-D8A8-3A9C-F8BEA821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423D3C-668E-CFD9-797C-3CF188A0CB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naïve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147477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A2B9-D062-5614-3876-5FC14A59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B3A94E-5253-64ED-BD52-791305FC1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3034" y="0"/>
            <a:ext cx="5785178" cy="2041912"/>
          </a:xfrm>
        </p:spPr>
        <p:txBody>
          <a:bodyPr/>
          <a:lstStyle/>
          <a:p>
            <a:r>
              <a:rPr lang="en-GB" dirty="0"/>
              <a:t>1. fit()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579864" y="6389649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flipV="1">
            <a:off x="579864" y="1828800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248937" y="5731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546303" y="49251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34935" y="52893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694769" y="400514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956718" y="471934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113156" y="3910360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129454" y="372555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994103" y="30740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755996" y="33310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29093" y="496229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362200" y="558676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42264" y="544789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611245" y="48359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598949" y="414825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601842" y="466864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389256" y="42300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229815" y="432678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452016" y="310242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937417" y="373194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750919" y="3972735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9603982" y="45339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9660667" y="57625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1100173" y="4533903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loud 28"/>
          <p:cNvSpPr/>
          <p:nvPr/>
        </p:nvSpPr>
        <p:spPr>
          <a:xfrm>
            <a:off x="11156859" y="4437258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ardrop 29"/>
          <p:cNvSpPr/>
          <p:nvPr/>
        </p:nvSpPr>
        <p:spPr>
          <a:xfrm rot="8744899">
            <a:off x="11050743" y="5737885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loud 30"/>
          <p:cNvSpPr/>
          <p:nvPr/>
        </p:nvSpPr>
        <p:spPr>
          <a:xfrm>
            <a:off x="11156133" y="5668540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2" name="Ink 31"/>
              <p14:cNvContentPartPr/>
              <p14:nvPr/>
            </p14:nvContentPartPr>
            <p14:xfrm>
              <a:off x="11131000" y="5813507"/>
              <a:ext cx="178560" cy="245520"/>
            </p14:xfrm>
          </p:contentPart>
        </mc:Choice>
        <mc:Fallback xmlns="">
          <p:pic>
            <p:nvPicPr>
              <p:cNvPr id="32" name="Ink 3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13000" y="5795507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4" name="Chart 33"/>
          <p:cNvGraphicFramePr/>
          <p:nvPr>
            <p:extLst>
              <p:ext uri="{D42A27DB-BD31-4B8C-83A1-F6EECF244321}">
                <p14:modId xmlns:p14="http://schemas.microsoft.com/office/powerpoint/2010/main" val="1044215075"/>
              </p:ext>
            </p:extLst>
          </p:nvPr>
        </p:nvGraphicFramePr>
        <p:xfrm>
          <a:off x="143780" y="1738008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53568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A2B9-D062-5614-3876-5FC14A59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ight Arrow 36"/>
          <p:cNvSpPr/>
          <p:nvPr/>
        </p:nvSpPr>
        <p:spPr>
          <a:xfrm>
            <a:off x="6707458" y="2520177"/>
            <a:ext cx="713048" cy="24532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8302382" y="3674851"/>
            <a:ext cx="434897" cy="23542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7856590" y="6029094"/>
            <a:ext cx="4205312" cy="37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0161550" y="3241288"/>
            <a:ext cx="450693" cy="2802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7856590" y="2854712"/>
            <a:ext cx="0" cy="3178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1070374" y="447349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10783229" y="4114800"/>
            <a:ext cx="127867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</a:t>
            </a:r>
          </a:p>
          <a:p>
            <a:r>
              <a:rPr lang="en-US" dirty="0"/>
              <a:t> </a:t>
            </a:r>
            <a:r>
              <a:rPr lang="en-US" dirty="0" smtClean="0"/>
              <a:t>   = 10</a:t>
            </a:r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8916629" y="457888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8790622" y="4268129"/>
            <a:ext cx="12445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</a:t>
            </a:r>
          </a:p>
          <a:p>
            <a:r>
              <a:rPr lang="en-US" dirty="0"/>
              <a:t> </a:t>
            </a:r>
            <a:r>
              <a:rPr lang="en-US" dirty="0" smtClean="0"/>
              <a:t>   = 9</a:t>
            </a:r>
            <a:endParaRPr lang="en-US" dirty="0"/>
          </a:p>
        </p:txBody>
      </p:sp>
      <p:cxnSp>
        <p:nvCxnSpPr>
          <p:cNvPr id="60" name="Straight Arrow Connector 59"/>
          <p:cNvCxnSpPr/>
          <p:nvPr/>
        </p:nvCxnSpPr>
        <p:spPr>
          <a:xfrm flipV="1">
            <a:off x="579864" y="6389649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579864" y="1828800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248937" y="5731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546303" y="49251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534935" y="52893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694769" y="400514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4956718" y="471934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2113156" y="3910360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6129454" y="372555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2994103" y="30740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4755996" y="33310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6029093" y="496229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2362200" y="558676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4542264" y="544789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2611245" y="48359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4598949" y="414825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3601842" y="466864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1389256" y="42300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229815" y="432678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452016" y="310242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2937417" y="373194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1003610" y="2096429"/>
            <a:ext cx="5675969" cy="3932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7414631" y="2241395"/>
            <a:ext cx="4766501" cy="4100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83" name="Chart 82"/>
          <p:cNvGraphicFramePr/>
          <p:nvPr>
            <p:extLst>
              <p:ext uri="{D42A27DB-BD31-4B8C-83A1-F6EECF244321}">
                <p14:modId xmlns:p14="http://schemas.microsoft.com/office/powerpoint/2010/main" val="2090263523"/>
              </p:ext>
            </p:extLst>
          </p:nvPr>
        </p:nvGraphicFramePr>
        <p:xfrm>
          <a:off x="18676" y="1637081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Chart 35"/>
          <p:cNvGraphicFramePr/>
          <p:nvPr>
            <p:extLst>
              <p:ext uri="{D42A27DB-BD31-4B8C-83A1-F6EECF244321}">
                <p14:modId xmlns:p14="http://schemas.microsoft.com/office/powerpoint/2010/main" val="1099986884"/>
              </p:ext>
            </p:extLst>
          </p:nvPr>
        </p:nvGraphicFramePr>
        <p:xfrm>
          <a:off x="7486187" y="3074020"/>
          <a:ext cx="4575716" cy="3267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854158" y="352406"/>
                <a:ext cx="2929071" cy="6127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.53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158" y="352406"/>
                <a:ext cx="2929071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/>
          <p:cNvSpPr/>
          <p:nvPr/>
        </p:nvSpPr>
        <p:spPr>
          <a:xfrm>
            <a:off x="8279930" y="495334"/>
            <a:ext cx="188675" cy="32687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854158" y="1337975"/>
                <a:ext cx="2929072" cy="6127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47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47%</m:t>
                      </m:r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158" y="1337975"/>
                <a:ext cx="2929072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8276553" y="1534048"/>
            <a:ext cx="172528" cy="22058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/>
          <p:cNvSpPr/>
          <p:nvPr/>
        </p:nvSpPr>
        <p:spPr>
          <a:xfrm rot="20043250">
            <a:off x="5832830" y="1399379"/>
            <a:ext cx="2060458" cy="3275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0AC3-032C-1991-C2B4-457DF690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>
          <a:xfrm>
            <a:off x="4990878" y="3039706"/>
            <a:ext cx="6700468" cy="2457184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971155" y="2508289"/>
            <a:ext cx="8031285" cy="2988601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Chart 24"/>
          <p:cNvGraphicFramePr/>
          <p:nvPr>
            <p:extLst>
              <p:ext uri="{D42A27DB-BD31-4B8C-83A1-F6EECF244321}">
                <p14:modId xmlns:p14="http://schemas.microsoft.com/office/powerpoint/2010/main" val="217007032"/>
              </p:ext>
            </p:extLst>
          </p:nvPr>
        </p:nvGraphicFramePr>
        <p:xfrm>
          <a:off x="553448" y="191024"/>
          <a:ext cx="11271372" cy="5575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Rectangle 29"/>
          <p:cNvSpPr/>
          <p:nvPr/>
        </p:nvSpPr>
        <p:spPr>
          <a:xfrm>
            <a:off x="4672705" y="215574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177555" y="2799216"/>
            <a:ext cx="163557" cy="17961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699098" y="2560121"/>
            <a:ext cx="37221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μ₁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0571" y="3039706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μ₂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56123" y="3678641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σ₁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94164" y="3933194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σ₂</a:t>
            </a:r>
          </a:p>
        </p:txBody>
      </p:sp>
    </p:spTree>
    <p:extLst>
      <p:ext uri="{BB962C8B-B14F-4D97-AF65-F5344CB8AC3E}">
        <p14:creationId xmlns:p14="http://schemas.microsoft.com/office/powerpoint/2010/main" val="178842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0AC3-032C-1991-C2B4-457DF690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/>
          <p:cNvSpPr/>
          <p:nvPr/>
        </p:nvSpPr>
        <p:spPr>
          <a:xfrm>
            <a:off x="9235252" y="2664775"/>
            <a:ext cx="2829545" cy="1847165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2022289" y="3460761"/>
            <a:ext cx="2402560" cy="972066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88850" y="3200483"/>
            <a:ext cx="1744544" cy="1244184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flipH="1" flipV="1">
            <a:off x="1458017" y="2855430"/>
            <a:ext cx="206209" cy="2279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069267" y="3131408"/>
            <a:ext cx="120159" cy="2122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354765" y="3237516"/>
            <a:ext cx="433564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μ₁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8714" y="3472601"/>
            <a:ext cx="422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μ₂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1961" y="3588358"/>
            <a:ext cx="4723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σ₁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12493" y="3773024"/>
            <a:ext cx="478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σ₂</a:t>
            </a:r>
          </a:p>
        </p:txBody>
      </p:sp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2549793304"/>
              </p:ext>
            </p:extLst>
          </p:nvPr>
        </p:nvGraphicFramePr>
        <p:xfrm>
          <a:off x="331312" y="2207107"/>
          <a:ext cx="4176531" cy="2507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54270" y="1961966"/>
            <a:ext cx="4390191" cy="27633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Freeform 21"/>
          <p:cNvSpPr/>
          <p:nvPr/>
        </p:nvSpPr>
        <p:spPr>
          <a:xfrm>
            <a:off x="8343780" y="3126120"/>
            <a:ext cx="2537826" cy="1377227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  <a:gd name="connsiteX0" fmla="*/ 0 w 6956352"/>
              <a:gd name="connsiteY0" fmla="*/ 2527089 h 2565738"/>
              <a:gd name="connsiteX1" fmla="*/ 807952 w 6956352"/>
              <a:gd name="connsiteY1" fmla="*/ 2274796 h 2565738"/>
              <a:gd name="connsiteX2" fmla="*/ 1364574 w 6956352"/>
              <a:gd name="connsiteY2" fmla="*/ 2225772 h 2565738"/>
              <a:gd name="connsiteX3" fmla="*/ 1715427 w 6956352"/>
              <a:gd name="connsiteY3" fmla="*/ 2100426 h 2565738"/>
              <a:gd name="connsiteX4" fmla="*/ 2193098 w 6956352"/>
              <a:gd name="connsiteY4" fmla="*/ 1609106 h 2565738"/>
              <a:gd name="connsiteX5" fmla="*/ 2848191 w 6956352"/>
              <a:gd name="connsiteY5" fmla="*/ 367160 h 2565738"/>
              <a:gd name="connsiteX6" fmla="*/ 3271271 w 6956352"/>
              <a:gd name="connsiteY6" fmla="*/ 12318 h 2565738"/>
              <a:gd name="connsiteX7" fmla="*/ 3721648 w 6956352"/>
              <a:gd name="connsiteY7" fmla="*/ 189739 h 2565738"/>
              <a:gd name="connsiteX8" fmla="*/ 4930435 w 6956352"/>
              <a:gd name="connsiteY8" fmla="*/ 1188396 h 2565738"/>
              <a:gd name="connsiteX9" fmla="*/ 5080126 w 6956352"/>
              <a:gd name="connsiteY9" fmla="*/ 2046827 h 2565738"/>
              <a:gd name="connsiteX10" fmla="*/ 5388354 w 6956352"/>
              <a:gd name="connsiteY10" fmla="*/ 2214639 h 2565738"/>
              <a:gd name="connsiteX11" fmla="*/ 6330052 w 6956352"/>
              <a:gd name="connsiteY11" fmla="*/ 2402203 h 2565738"/>
              <a:gd name="connsiteX12" fmla="*/ 6877865 w 6956352"/>
              <a:gd name="connsiteY12" fmla="*/ 2561477 h 2565738"/>
              <a:gd name="connsiteX0" fmla="*/ 0 w 6956352"/>
              <a:gd name="connsiteY0" fmla="*/ 2527089 h 2565738"/>
              <a:gd name="connsiteX1" fmla="*/ 807952 w 6956352"/>
              <a:gd name="connsiteY1" fmla="*/ 2274796 h 2565738"/>
              <a:gd name="connsiteX2" fmla="*/ 1364574 w 6956352"/>
              <a:gd name="connsiteY2" fmla="*/ 2225772 h 2565738"/>
              <a:gd name="connsiteX3" fmla="*/ 1715427 w 6956352"/>
              <a:gd name="connsiteY3" fmla="*/ 2100426 h 2565738"/>
              <a:gd name="connsiteX4" fmla="*/ 1918200 w 6956352"/>
              <a:gd name="connsiteY4" fmla="*/ 1162456 h 2565738"/>
              <a:gd name="connsiteX5" fmla="*/ 2848191 w 6956352"/>
              <a:gd name="connsiteY5" fmla="*/ 367160 h 2565738"/>
              <a:gd name="connsiteX6" fmla="*/ 3271271 w 6956352"/>
              <a:gd name="connsiteY6" fmla="*/ 12318 h 2565738"/>
              <a:gd name="connsiteX7" fmla="*/ 3721648 w 6956352"/>
              <a:gd name="connsiteY7" fmla="*/ 189739 h 2565738"/>
              <a:gd name="connsiteX8" fmla="*/ 4930435 w 6956352"/>
              <a:gd name="connsiteY8" fmla="*/ 1188396 h 2565738"/>
              <a:gd name="connsiteX9" fmla="*/ 5080126 w 6956352"/>
              <a:gd name="connsiteY9" fmla="*/ 2046827 h 2565738"/>
              <a:gd name="connsiteX10" fmla="*/ 5388354 w 6956352"/>
              <a:gd name="connsiteY10" fmla="*/ 2214639 h 2565738"/>
              <a:gd name="connsiteX11" fmla="*/ 6330052 w 6956352"/>
              <a:gd name="connsiteY11" fmla="*/ 2402203 h 2565738"/>
              <a:gd name="connsiteX12" fmla="*/ 6877865 w 6956352"/>
              <a:gd name="connsiteY12" fmla="*/ 2561477 h 2565738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1364574 w 6951301"/>
              <a:gd name="connsiteY2" fmla="*/ 2225772 h 2567810"/>
              <a:gd name="connsiteX3" fmla="*/ 1715427 w 6951301"/>
              <a:gd name="connsiteY3" fmla="*/ 2100426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080126 w 6951301"/>
              <a:gd name="connsiteY9" fmla="*/ 2046827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1364574 w 6951301"/>
              <a:gd name="connsiteY2" fmla="*/ 2225772 h 2567810"/>
              <a:gd name="connsiteX3" fmla="*/ 1715427 w 6951301"/>
              <a:gd name="connsiteY3" fmla="*/ 2100426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477195 w 6951301"/>
              <a:gd name="connsiteY9" fmla="*/ 1681385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1364574 w 6951301"/>
              <a:gd name="connsiteY2" fmla="*/ 2225772 h 2567810"/>
              <a:gd name="connsiteX3" fmla="*/ 1440530 w 6951301"/>
              <a:gd name="connsiteY3" fmla="*/ 1775588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477195 w 6951301"/>
              <a:gd name="connsiteY9" fmla="*/ 1681385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998046 w 6951301"/>
              <a:gd name="connsiteY2" fmla="*/ 2063351 h 2567810"/>
              <a:gd name="connsiteX3" fmla="*/ 1440530 w 6951301"/>
              <a:gd name="connsiteY3" fmla="*/ 1775588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477195 w 6951301"/>
              <a:gd name="connsiteY9" fmla="*/ 1681385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801412 h 2842133"/>
              <a:gd name="connsiteX1" fmla="*/ 807952 w 6951301"/>
              <a:gd name="connsiteY1" fmla="*/ 2549119 h 2842133"/>
              <a:gd name="connsiteX2" fmla="*/ 998046 w 6951301"/>
              <a:gd name="connsiteY2" fmla="*/ 2337674 h 2842133"/>
              <a:gd name="connsiteX3" fmla="*/ 1440530 w 6951301"/>
              <a:gd name="connsiteY3" fmla="*/ 2049911 h 2842133"/>
              <a:gd name="connsiteX4" fmla="*/ 1918200 w 6951301"/>
              <a:gd name="connsiteY4" fmla="*/ 1436779 h 2842133"/>
              <a:gd name="connsiteX5" fmla="*/ 2848191 w 6951301"/>
              <a:gd name="connsiteY5" fmla="*/ 641483 h 2842133"/>
              <a:gd name="connsiteX6" fmla="*/ 3301815 w 6951301"/>
              <a:gd name="connsiteY6" fmla="*/ 2407 h 2842133"/>
              <a:gd name="connsiteX7" fmla="*/ 3721648 w 6951301"/>
              <a:gd name="connsiteY7" fmla="*/ 464062 h 2842133"/>
              <a:gd name="connsiteX8" fmla="*/ 4930435 w 6951301"/>
              <a:gd name="connsiteY8" fmla="*/ 1462719 h 2842133"/>
              <a:gd name="connsiteX9" fmla="*/ 5477195 w 6951301"/>
              <a:gd name="connsiteY9" fmla="*/ 1955708 h 2842133"/>
              <a:gd name="connsiteX10" fmla="*/ 5754880 w 6951301"/>
              <a:gd name="connsiteY10" fmla="*/ 2164124 h 2842133"/>
              <a:gd name="connsiteX11" fmla="*/ 6330052 w 6951301"/>
              <a:gd name="connsiteY11" fmla="*/ 2676526 h 2842133"/>
              <a:gd name="connsiteX12" fmla="*/ 6877865 w 6951301"/>
              <a:gd name="connsiteY12" fmla="*/ 2835800 h 2842133"/>
              <a:gd name="connsiteX0" fmla="*/ 0 w 6951301"/>
              <a:gd name="connsiteY0" fmla="*/ 2801412 h 2842133"/>
              <a:gd name="connsiteX1" fmla="*/ 807952 w 6951301"/>
              <a:gd name="connsiteY1" fmla="*/ 2549119 h 2842133"/>
              <a:gd name="connsiteX2" fmla="*/ 998046 w 6951301"/>
              <a:gd name="connsiteY2" fmla="*/ 2337674 h 2842133"/>
              <a:gd name="connsiteX3" fmla="*/ 1440530 w 6951301"/>
              <a:gd name="connsiteY3" fmla="*/ 2049911 h 2842133"/>
              <a:gd name="connsiteX4" fmla="*/ 1918200 w 6951301"/>
              <a:gd name="connsiteY4" fmla="*/ 1071336 h 2842133"/>
              <a:gd name="connsiteX5" fmla="*/ 2848191 w 6951301"/>
              <a:gd name="connsiteY5" fmla="*/ 641483 h 2842133"/>
              <a:gd name="connsiteX6" fmla="*/ 3301815 w 6951301"/>
              <a:gd name="connsiteY6" fmla="*/ 2407 h 2842133"/>
              <a:gd name="connsiteX7" fmla="*/ 3721648 w 6951301"/>
              <a:gd name="connsiteY7" fmla="*/ 464062 h 2842133"/>
              <a:gd name="connsiteX8" fmla="*/ 4930435 w 6951301"/>
              <a:gd name="connsiteY8" fmla="*/ 1462719 h 2842133"/>
              <a:gd name="connsiteX9" fmla="*/ 5477195 w 6951301"/>
              <a:gd name="connsiteY9" fmla="*/ 1955708 h 2842133"/>
              <a:gd name="connsiteX10" fmla="*/ 5754880 w 6951301"/>
              <a:gd name="connsiteY10" fmla="*/ 2164124 h 2842133"/>
              <a:gd name="connsiteX11" fmla="*/ 6330052 w 6951301"/>
              <a:gd name="connsiteY11" fmla="*/ 2676526 h 2842133"/>
              <a:gd name="connsiteX12" fmla="*/ 6877865 w 6951301"/>
              <a:gd name="connsiteY12" fmla="*/ 2835800 h 2842133"/>
              <a:gd name="connsiteX0" fmla="*/ 0 w 6951301"/>
              <a:gd name="connsiteY0" fmla="*/ 2807457 h 2848178"/>
              <a:gd name="connsiteX1" fmla="*/ 807952 w 6951301"/>
              <a:gd name="connsiteY1" fmla="*/ 2555164 h 2848178"/>
              <a:gd name="connsiteX2" fmla="*/ 998046 w 6951301"/>
              <a:gd name="connsiteY2" fmla="*/ 2343719 h 2848178"/>
              <a:gd name="connsiteX3" fmla="*/ 1440530 w 6951301"/>
              <a:gd name="connsiteY3" fmla="*/ 2055956 h 2848178"/>
              <a:gd name="connsiteX4" fmla="*/ 1918200 w 6951301"/>
              <a:gd name="connsiteY4" fmla="*/ 1077381 h 2848178"/>
              <a:gd name="connsiteX5" fmla="*/ 2726014 w 6951301"/>
              <a:gd name="connsiteY5" fmla="*/ 241483 h 2848178"/>
              <a:gd name="connsiteX6" fmla="*/ 3301815 w 6951301"/>
              <a:gd name="connsiteY6" fmla="*/ 8452 h 2848178"/>
              <a:gd name="connsiteX7" fmla="*/ 3721648 w 6951301"/>
              <a:gd name="connsiteY7" fmla="*/ 470107 h 2848178"/>
              <a:gd name="connsiteX8" fmla="*/ 4930435 w 6951301"/>
              <a:gd name="connsiteY8" fmla="*/ 1468764 h 2848178"/>
              <a:gd name="connsiteX9" fmla="*/ 5477195 w 6951301"/>
              <a:gd name="connsiteY9" fmla="*/ 1961753 h 2848178"/>
              <a:gd name="connsiteX10" fmla="*/ 5754880 w 6951301"/>
              <a:gd name="connsiteY10" fmla="*/ 2170169 h 2848178"/>
              <a:gd name="connsiteX11" fmla="*/ 6330052 w 6951301"/>
              <a:gd name="connsiteY11" fmla="*/ 2682571 h 2848178"/>
              <a:gd name="connsiteX12" fmla="*/ 6877865 w 6951301"/>
              <a:gd name="connsiteY12" fmla="*/ 2841845 h 2848178"/>
              <a:gd name="connsiteX0" fmla="*/ 0 w 6951301"/>
              <a:gd name="connsiteY0" fmla="*/ 2799220 h 2839941"/>
              <a:gd name="connsiteX1" fmla="*/ 807952 w 6951301"/>
              <a:gd name="connsiteY1" fmla="*/ 2546927 h 2839941"/>
              <a:gd name="connsiteX2" fmla="*/ 998046 w 6951301"/>
              <a:gd name="connsiteY2" fmla="*/ 2335482 h 2839941"/>
              <a:gd name="connsiteX3" fmla="*/ 1440530 w 6951301"/>
              <a:gd name="connsiteY3" fmla="*/ 2047719 h 2839941"/>
              <a:gd name="connsiteX4" fmla="*/ 1918200 w 6951301"/>
              <a:gd name="connsiteY4" fmla="*/ 1069144 h 2839941"/>
              <a:gd name="connsiteX5" fmla="*/ 2726014 w 6951301"/>
              <a:gd name="connsiteY5" fmla="*/ 233246 h 2839941"/>
              <a:gd name="connsiteX6" fmla="*/ 3301815 w 6951301"/>
              <a:gd name="connsiteY6" fmla="*/ 215 h 2839941"/>
              <a:gd name="connsiteX7" fmla="*/ 3996544 w 6951301"/>
              <a:gd name="connsiteY7" fmla="*/ 258847 h 2839941"/>
              <a:gd name="connsiteX8" fmla="*/ 4930435 w 6951301"/>
              <a:gd name="connsiteY8" fmla="*/ 1460527 h 2839941"/>
              <a:gd name="connsiteX9" fmla="*/ 5477195 w 6951301"/>
              <a:gd name="connsiteY9" fmla="*/ 1953516 h 2839941"/>
              <a:gd name="connsiteX10" fmla="*/ 5754880 w 6951301"/>
              <a:gd name="connsiteY10" fmla="*/ 2161932 h 2839941"/>
              <a:gd name="connsiteX11" fmla="*/ 6330052 w 6951301"/>
              <a:gd name="connsiteY11" fmla="*/ 2674334 h 2839941"/>
              <a:gd name="connsiteX12" fmla="*/ 6877865 w 6951301"/>
              <a:gd name="connsiteY12" fmla="*/ 2833608 h 2839941"/>
              <a:gd name="connsiteX0" fmla="*/ 0 w 6951301"/>
              <a:gd name="connsiteY0" fmla="*/ 2799220 h 2839941"/>
              <a:gd name="connsiteX1" fmla="*/ 807952 w 6951301"/>
              <a:gd name="connsiteY1" fmla="*/ 2546927 h 2839941"/>
              <a:gd name="connsiteX2" fmla="*/ 998046 w 6951301"/>
              <a:gd name="connsiteY2" fmla="*/ 2335482 h 2839941"/>
              <a:gd name="connsiteX3" fmla="*/ 1440530 w 6951301"/>
              <a:gd name="connsiteY3" fmla="*/ 2047719 h 2839941"/>
              <a:gd name="connsiteX4" fmla="*/ 1918200 w 6951301"/>
              <a:gd name="connsiteY4" fmla="*/ 1069144 h 2839941"/>
              <a:gd name="connsiteX5" fmla="*/ 2726014 w 6951301"/>
              <a:gd name="connsiteY5" fmla="*/ 233246 h 2839941"/>
              <a:gd name="connsiteX6" fmla="*/ 3301815 w 6951301"/>
              <a:gd name="connsiteY6" fmla="*/ 215 h 2839941"/>
              <a:gd name="connsiteX7" fmla="*/ 3996544 w 6951301"/>
              <a:gd name="connsiteY7" fmla="*/ 258847 h 2839941"/>
              <a:gd name="connsiteX8" fmla="*/ 4991521 w 6951301"/>
              <a:gd name="connsiteY8" fmla="*/ 1338712 h 2839941"/>
              <a:gd name="connsiteX9" fmla="*/ 5477195 w 6951301"/>
              <a:gd name="connsiteY9" fmla="*/ 1953516 h 2839941"/>
              <a:gd name="connsiteX10" fmla="*/ 5754880 w 6951301"/>
              <a:gd name="connsiteY10" fmla="*/ 2161932 h 2839941"/>
              <a:gd name="connsiteX11" fmla="*/ 6330052 w 6951301"/>
              <a:gd name="connsiteY11" fmla="*/ 2674334 h 2839941"/>
              <a:gd name="connsiteX12" fmla="*/ 6877865 w 6951301"/>
              <a:gd name="connsiteY12" fmla="*/ 2833608 h 2839941"/>
              <a:gd name="connsiteX0" fmla="*/ 0 w 6951301"/>
              <a:gd name="connsiteY0" fmla="*/ 2799220 h 2839941"/>
              <a:gd name="connsiteX1" fmla="*/ 807952 w 6951301"/>
              <a:gd name="connsiteY1" fmla="*/ 2546927 h 2839941"/>
              <a:gd name="connsiteX2" fmla="*/ 1211853 w 6951301"/>
              <a:gd name="connsiteY2" fmla="*/ 2376086 h 2839941"/>
              <a:gd name="connsiteX3" fmla="*/ 1440530 w 6951301"/>
              <a:gd name="connsiteY3" fmla="*/ 2047719 h 2839941"/>
              <a:gd name="connsiteX4" fmla="*/ 1918200 w 6951301"/>
              <a:gd name="connsiteY4" fmla="*/ 1069144 h 2839941"/>
              <a:gd name="connsiteX5" fmla="*/ 2726014 w 6951301"/>
              <a:gd name="connsiteY5" fmla="*/ 233246 h 2839941"/>
              <a:gd name="connsiteX6" fmla="*/ 3301815 w 6951301"/>
              <a:gd name="connsiteY6" fmla="*/ 215 h 2839941"/>
              <a:gd name="connsiteX7" fmla="*/ 3996544 w 6951301"/>
              <a:gd name="connsiteY7" fmla="*/ 258847 h 2839941"/>
              <a:gd name="connsiteX8" fmla="*/ 4991521 w 6951301"/>
              <a:gd name="connsiteY8" fmla="*/ 1338712 h 2839941"/>
              <a:gd name="connsiteX9" fmla="*/ 5477195 w 6951301"/>
              <a:gd name="connsiteY9" fmla="*/ 1953516 h 2839941"/>
              <a:gd name="connsiteX10" fmla="*/ 5754880 w 6951301"/>
              <a:gd name="connsiteY10" fmla="*/ 2161932 h 2839941"/>
              <a:gd name="connsiteX11" fmla="*/ 6330052 w 6951301"/>
              <a:gd name="connsiteY11" fmla="*/ 2674334 h 2839941"/>
              <a:gd name="connsiteX12" fmla="*/ 6877865 w 6951301"/>
              <a:gd name="connsiteY12" fmla="*/ 2833608 h 283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1301" h="2839941">
                <a:moveTo>
                  <a:pt x="0" y="2799220"/>
                </a:moveTo>
                <a:cubicBezTo>
                  <a:pt x="246797" y="2787847"/>
                  <a:pt x="605977" y="2617449"/>
                  <a:pt x="807952" y="2546927"/>
                </a:cubicBezTo>
                <a:cubicBezTo>
                  <a:pt x="1009927" y="2476405"/>
                  <a:pt x="1106423" y="2459287"/>
                  <a:pt x="1211853" y="2376086"/>
                </a:cubicBezTo>
                <a:cubicBezTo>
                  <a:pt x="1317283" y="2292885"/>
                  <a:pt x="1322806" y="2265543"/>
                  <a:pt x="1440530" y="2047719"/>
                </a:cubicBezTo>
                <a:cubicBezTo>
                  <a:pt x="1558254" y="1829895"/>
                  <a:pt x="1703953" y="1371556"/>
                  <a:pt x="1918200" y="1069144"/>
                </a:cubicBezTo>
                <a:cubicBezTo>
                  <a:pt x="2132447" y="766732"/>
                  <a:pt x="2495412" y="411401"/>
                  <a:pt x="2726014" y="233246"/>
                </a:cubicBezTo>
                <a:cubicBezTo>
                  <a:pt x="2956616" y="55091"/>
                  <a:pt x="3090060" y="-4052"/>
                  <a:pt x="3301815" y="215"/>
                </a:cubicBezTo>
                <a:cubicBezTo>
                  <a:pt x="3513570" y="4482"/>
                  <a:pt x="3714926" y="35764"/>
                  <a:pt x="3996544" y="258847"/>
                </a:cubicBezTo>
                <a:cubicBezTo>
                  <a:pt x="4278162" y="481930"/>
                  <a:pt x="4744746" y="1056267"/>
                  <a:pt x="4991521" y="1338712"/>
                </a:cubicBezTo>
                <a:cubicBezTo>
                  <a:pt x="5238296" y="1621157"/>
                  <a:pt x="5349969" y="1816313"/>
                  <a:pt x="5477195" y="1953516"/>
                </a:cubicBezTo>
                <a:cubicBezTo>
                  <a:pt x="5604421" y="2090719"/>
                  <a:pt x="5612737" y="2041796"/>
                  <a:pt x="5754880" y="2161932"/>
                </a:cubicBezTo>
                <a:cubicBezTo>
                  <a:pt x="5897023" y="2282068"/>
                  <a:pt x="6142888" y="2562388"/>
                  <a:pt x="6330052" y="2674334"/>
                </a:cubicBezTo>
                <a:cubicBezTo>
                  <a:pt x="6517216" y="2786280"/>
                  <a:pt x="7168053" y="2863075"/>
                  <a:pt x="6877865" y="2833608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391001" y="2809478"/>
            <a:ext cx="236677" cy="23005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0484383" y="2375741"/>
            <a:ext cx="227715" cy="207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321327148"/>
              </p:ext>
            </p:extLst>
          </p:nvPr>
        </p:nvGraphicFramePr>
        <p:xfrm>
          <a:off x="8029863" y="1462371"/>
          <a:ext cx="4017725" cy="3338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Rectangle 4"/>
          <p:cNvSpPr/>
          <p:nvPr/>
        </p:nvSpPr>
        <p:spPr>
          <a:xfrm>
            <a:off x="9182259" y="3121925"/>
            <a:ext cx="69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 μ₃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89689" y="26561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μ₄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1197" y="3522318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σ₃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69023" y="3435405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σ₄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8082" y="1424303"/>
            <a:ext cx="563948" cy="3699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F1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982022" y="1042736"/>
            <a:ext cx="5023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F2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5389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7D6E-103E-2404-CB84-4D8AC30B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F5BEFB-1BE9-FE7D-A40C-2731B2A25D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139549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0AC3-032C-1991-C2B4-457DF690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/>
          <p:cNvSpPr/>
          <p:nvPr/>
        </p:nvSpPr>
        <p:spPr>
          <a:xfrm>
            <a:off x="9227333" y="2656182"/>
            <a:ext cx="2829545" cy="1847165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2022289" y="3460761"/>
            <a:ext cx="2402560" cy="972066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88850" y="3200483"/>
            <a:ext cx="1744544" cy="1244184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flipH="1" flipV="1">
            <a:off x="1458017" y="2855430"/>
            <a:ext cx="206209" cy="2279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069267" y="3131408"/>
            <a:ext cx="120159" cy="2122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354765" y="3237516"/>
            <a:ext cx="433564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μ₁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8714" y="3472601"/>
            <a:ext cx="422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μ₂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1961" y="3588358"/>
            <a:ext cx="4723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σ₁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12493" y="3773024"/>
            <a:ext cx="478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σ₂</a:t>
            </a:r>
          </a:p>
        </p:txBody>
      </p:sp>
      <p:graphicFrame>
        <p:nvGraphicFramePr>
          <p:cNvPr id="20" name="Chart 19"/>
          <p:cNvGraphicFramePr/>
          <p:nvPr>
            <p:extLst/>
          </p:nvPr>
        </p:nvGraphicFramePr>
        <p:xfrm>
          <a:off x="331312" y="2207107"/>
          <a:ext cx="4176531" cy="2507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09566" y="2014200"/>
            <a:ext cx="4390191" cy="27633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Freeform 21"/>
          <p:cNvSpPr/>
          <p:nvPr/>
        </p:nvSpPr>
        <p:spPr>
          <a:xfrm>
            <a:off x="8343780" y="3126120"/>
            <a:ext cx="2537826" cy="1377227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  <a:gd name="connsiteX0" fmla="*/ 0 w 6956352"/>
              <a:gd name="connsiteY0" fmla="*/ 2527089 h 2565738"/>
              <a:gd name="connsiteX1" fmla="*/ 807952 w 6956352"/>
              <a:gd name="connsiteY1" fmla="*/ 2274796 h 2565738"/>
              <a:gd name="connsiteX2" fmla="*/ 1364574 w 6956352"/>
              <a:gd name="connsiteY2" fmla="*/ 2225772 h 2565738"/>
              <a:gd name="connsiteX3" fmla="*/ 1715427 w 6956352"/>
              <a:gd name="connsiteY3" fmla="*/ 2100426 h 2565738"/>
              <a:gd name="connsiteX4" fmla="*/ 2193098 w 6956352"/>
              <a:gd name="connsiteY4" fmla="*/ 1609106 h 2565738"/>
              <a:gd name="connsiteX5" fmla="*/ 2848191 w 6956352"/>
              <a:gd name="connsiteY5" fmla="*/ 367160 h 2565738"/>
              <a:gd name="connsiteX6" fmla="*/ 3271271 w 6956352"/>
              <a:gd name="connsiteY6" fmla="*/ 12318 h 2565738"/>
              <a:gd name="connsiteX7" fmla="*/ 3721648 w 6956352"/>
              <a:gd name="connsiteY7" fmla="*/ 189739 h 2565738"/>
              <a:gd name="connsiteX8" fmla="*/ 4930435 w 6956352"/>
              <a:gd name="connsiteY8" fmla="*/ 1188396 h 2565738"/>
              <a:gd name="connsiteX9" fmla="*/ 5080126 w 6956352"/>
              <a:gd name="connsiteY9" fmla="*/ 2046827 h 2565738"/>
              <a:gd name="connsiteX10" fmla="*/ 5388354 w 6956352"/>
              <a:gd name="connsiteY10" fmla="*/ 2214639 h 2565738"/>
              <a:gd name="connsiteX11" fmla="*/ 6330052 w 6956352"/>
              <a:gd name="connsiteY11" fmla="*/ 2402203 h 2565738"/>
              <a:gd name="connsiteX12" fmla="*/ 6877865 w 6956352"/>
              <a:gd name="connsiteY12" fmla="*/ 2561477 h 2565738"/>
              <a:gd name="connsiteX0" fmla="*/ 0 w 6956352"/>
              <a:gd name="connsiteY0" fmla="*/ 2527089 h 2565738"/>
              <a:gd name="connsiteX1" fmla="*/ 807952 w 6956352"/>
              <a:gd name="connsiteY1" fmla="*/ 2274796 h 2565738"/>
              <a:gd name="connsiteX2" fmla="*/ 1364574 w 6956352"/>
              <a:gd name="connsiteY2" fmla="*/ 2225772 h 2565738"/>
              <a:gd name="connsiteX3" fmla="*/ 1715427 w 6956352"/>
              <a:gd name="connsiteY3" fmla="*/ 2100426 h 2565738"/>
              <a:gd name="connsiteX4" fmla="*/ 1918200 w 6956352"/>
              <a:gd name="connsiteY4" fmla="*/ 1162456 h 2565738"/>
              <a:gd name="connsiteX5" fmla="*/ 2848191 w 6956352"/>
              <a:gd name="connsiteY5" fmla="*/ 367160 h 2565738"/>
              <a:gd name="connsiteX6" fmla="*/ 3271271 w 6956352"/>
              <a:gd name="connsiteY6" fmla="*/ 12318 h 2565738"/>
              <a:gd name="connsiteX7" fmla="*/ 3721648 w 6956352"/>
              <a:gd name="connsiteY7" fmla="*/ 189739 h 2565738"/>
              <a:gd name="connsiteX8" fmla="*/ 4930435 w 6956352"/>
              <a:gd name="connsiteY8" fmla="*/ 1188396 h 2565738"/>
              <a:gd name="connsiteX9" fmla="*/ 5080126 w 6956352"/>
              <a:gd name="connsiteY9" fmla="*/ 2046827 h 2565738"/>
              <a:gd name="connsiteX10" fmla="*/ 5388354 w 6956352"/>
              <a:gd name="connsiteY10" fmla="*/ 2214639 h 2565738"/>
              <a:gd name="connsiteX11" fmla="*/ 6330052 w 6956352"/>
              <a:gd name="connsiteY11" fmla="*/ 2402203 h 2565738"/>
              <a:gd name="connsiteX12" fmla="*/ 6877865 w 6956352"/>
              <a:gd name="connsiteY12" fmla="*/ 2561477 h 2565738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1364574 w 6951301"/>
              <a:gd name="connsiteY2" fmla="*/ 2225772 h 2567810"/>
              <a:gd name="connsiteX3" fmla="*/ 1715427 w 6951301"/>
              <a:gd name="connsiteY3" fmla="*/ 2100426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080126 w 6951301"/>
              <a:gd name="connsiteY9" fmla="*/ 2046827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1364574 w 6951301"/>
              <a:gd name="connsiteY2" fmla="*/ 2225772 h 2567810"/>
              <a:gd name="connsiteX3" fmla="*/ 1715427 w 6951301"/>
              <a:gd name="connsiteY3" fmla="*/ 2100426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477195 w 6951301"/>
              <a:gd name="connsiteY9" fmla="*/ 1681385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1364574 w 6951301"/>
              <a:gd name="connsiteY2" fmla="*/ 2225772 h 2567810"/>
              <a:gd name="connsiteX3" fmla="*/ 1440530 w 6951301"/>
              <a:gd name="connsiteY3" fmla="*/ 1775588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477195 w 6951301"/>
              <a:gd name="connsiteY9" fmla="*/ 1681385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998046 w 6951301"/>
              <a:gd name="connsiteY2" fmla="*/ 2063351 h 2567810"/>
              <a:gd name="connsiteX3" fmla="*/ 1440530 w 6951301"/>
              <a:gd name="connsiteY3" fmla="*/ 1775588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477195 w 6951301"/>
              <a:gd name="connsiteY9" fmla="*/ 1681385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801412 h 2842133"/>
              <a:gd name="connsiteX1" fmla="*/ 807952 w 6951301"/>
              <a:gd name="connsiteY1" fmla="*/ 2549119 h 2842133"/>
              <a:gd name="connsiteX2" fmla="*/ 998046 w 6951301"/>
              <a:gd name="connsiteY2" fmla="*/ 2337674 h 2842133"/>
              <a:gd name="connsiteX3" fmla="*/ 1440530 w 6951301"/>
              <a:gd name="connsiteY3" fmla="*/ 2049911 h 2842133"/>
              <a:gd name="connsiteX4" fmla="*/ 1918200 w 6951301"/>
              <a:gd name="connsiteY4" fmla="*/ 1436779 h 2842133"/>
              <a:gd name="connsiteX5" fmla="*/ 2848191 w 6951301"/>
              <a:gd name="connsiteY5" fmla="*/ 641483 h 2842133"/>
              <a:gd name="connsiteX6" fmla="*/ 3301815 w 6951301"/>
              <a:gd name="connsiteY6" fmla="*/ 2407 h 2842133"/>
              <a:gd name="connsiteX7" fmla="*/ 3721648 w 6951301"/>
              <a:gd name="connsiteY7" fmla="*/ 464062 h 2842133"/>
              <a:gd name="connsiteX8" fmla="*/ 4930435 w 6951301"/>
              <a:gd name="connsiteY8" fmla="*/ 1462719 h 2842133"/>
              <a:gd name="connsiteX9" fmla="*/ 5477195 w 6951301"/>
              <a:gd name="connsiteY9" fmla="*/ 1955708 h 2842133"/>
              <a:gd name="connsiteX10" fmla="*/ 5754880 w 6951301"/>
              <a:gd name="connsiteY10" fmla="*/ 2164124 h 2842133"/>
              <a:gd name="connsiteX11" fmla="*/ 6330052 w 6951301"/>
              <a:gd name="connsiteY11" fmla="*/ 2676526 h 2842133"/>
              <a:gd name="connsiteX12" fmla="*/ 6877865 w 6951301"/>
              <a:gd name="connsiteY12" fmla="*/ 2835800 h 2842133"/>
              <a:gd name="connsiteX0" fmla="*/ 0 w 6951301"/>
              <a:gd name="connsiteY0" fmla="*/ 2801412 h 2842133"/>
              <a:gd name="connsiteX1" fmla="*/ 807952 w 6951301"/>
              <a:gd name="connsiteY1" fmla="*/ 2549119 h 2842133"/>
              <a:gd name="connsiteX2" fmla="*/ 998046 w 6951301"/>
              <a:gd name="connsiteY2" fmla="*/ 2337674 h 2842133"/>
              <a:gd name="connsiteX3" fmla="*/ 1440530 w 6951301"/>
              <a:gd name="connsiteY3" fmla="*/ 2049911 h 2842133"/>
              <a:gd name="connsiteX4" fmla="*/ 1918200 w 6951301"/>
              <a:gd name="connsiteY4" fmla="*/ 1071336 h 2842133"/>
              <a:gd name="connsiteX5" fmla="*/ 2848191 w 6951301"/>
              <a:gd name="connsiteY5" fmla="*/ 641483 h 2842133"/>
              <a:gd name="connsiteX6" fmla="*/ 3301815 w 6951301"/>
              <a:gd name="connsiteY6" fmla="*/ 2407 h 2842133"/>
              <a:gd name="connsiteX7" fmla="*/ 3721648 w 6951301"/>
              <a:gd name="connsiteY7" fmla="*/ 464062 h 2842133"/>
              <a:gd name="connsiteX8" fmla="*/ 4930435 w 6951301"/>
              <a:gd name="connsiteY8" fmla="*/ 1462719 h 2842133"/>
              <a:gd name="connsiteX9" fmla="*/ 5477195 w 6951301"/>
              <a:gd name="connsiteY9" fmla="*/ 1955708 h 2842133"/>
              <a:gd name="connsiteX10" fmla="*/ 5754880 w 6951301"/>
              <a:gd name="connsiteY10" fmla="*/ 2164124 h 2842133"/>
              <a:gd name="connsiteX11" fmla="*/ 6330052 w 6951301"/>
              <a:gd name="connsiteY11" fmla="*/ 2676526 h 2842133"/>
              <a:gd name="connsiteX12" fmla="*/ 6877865 w 6951301"/>
              <a:gd name="connsiteY12" fmla="*/ 2835800 h 2842133"/>
              <a:gd name="connsiteX0" fmla="*/ 0 w 6951301"/>
              <a:gd name="connsiteY0" fmla="*/ 2807457 h 2848178"/>
              <a:gd name="connsiteX1" fmla="*/ 807952 w 6951301"/>
              <a:gd name="connsiteY1" fmla="*/ 2555164 h 2848178"/>
              <a:gd name="connsiteX2" fmla="*/ 998046 w 6951301"/>
              <a:gd name="connsiteY2" fmla="*/ 2343719 h 2848178"/>
              <a:gd name="connsiteX3" fmla="*/ 1440530 w 6951301"/>
              <a:gd name="connsiteY3" fmla="*/ 2055956 h 2848178"/>
              <a:gd name="connsiteX4" fmla="*/ 1918200 w 6951301"/>
              <a:gd name="connsiteY4" fmla="*/ 1077381 h 2848178"/>
              <a:gd name="connsiteX5" fmla="*/ 2726014 w 6951301"/>
              <a:gd name="connsiteY5" fmla="*/ 241483 h 2848178"/>
              <a:gd name="connsiteX6" fmla="*/ 3301815 w 6951301"/>
              <a:gd name="connsiteY6" fmla="*/ 8452 h 2848178"/>
              <a:gd name="connsiteX7" fmla="*/ 3721648 w 6951301"/>
              <a:gd name="connsiteY7" fmla="*/ 470107 h 2848178"/>
              <a:gd name="connsiteX8" fmla="*/ 4930435 w 6951301"/>
              <a:gd name="connsiteY8" fmla="*/ 1468764 h 2848178"/>
              <a:gd name="connsiteX9" fmla="*/ 5477195 w 6951301"/>
              <a:gd name="connsiteY9" fmla="*/ 1961753 h 2848178"/>
              <a:gd name="connsiteX10" fmla="*/ 5754880 w 6951301"/>
              <a:gd name="connsiteY10" fmla="*/ 2170169 h 2848178"/>
              <a:gd name="connsiteX11" fmla="*/ 6330052 w 6951301"/>
              <a:gd name="connsiteY11" fmla="*/ 2682571 h 2848178"/>
              <a:gd name="connsiteX12" fmla="*/ 6877865 w 6951301"/>
              <a:gd name="connsiteY12" fmla="*/ 2841845 h 2848178"/>
              <a:gd name="connsiteX0" fmla="*/ 0 w 6951301"/>
              <a:gd name="connsiteY0" fmla="*/ 2799220 h 2839941"/>
              <a:gd name="connsiteX1" fmla="*/ 807952 w 6951301"/>
              <a:gd name="connsiteY1" fmla="*/ 2546927 h 2839941"/>
              <a:gd name="connsiteX2" fmla="*/ 998046 w 6951301"/>
              <a:gd name="connsiteY2" fmla="*/ 2335482 h 2839941"/>
              <a:gd name="connsiteX3" fmla="*/ 1440530 w 6951301"/>
              <a:gd name="connsiteY3" fmla="*/ 2047719 h 2839941"/>
              <a:gd name="connsiteX4" fmla="*/ 1918200 w 6951301"/>
              <a:gd name="connsiteY4" fmla="*/ 1069144 h 2839941"/>
              <a:gd name="connsiteX5" fmla="*/ 2726014 w 6951301"/>
              <a:gd name="connsiteY5" fmla="*/ 233246 h 2839941"/>
              <a:gd name="connsiteX6" fmla="*/ 3301815 w 6951301"/>
              <a:gd name="connsiteY6" fmla="*/ 215 h 2839941"/>
              <a:gd name="connsiteX7" fmla="*/ 3996544 w 6951301"/>
              <a:gd name="connsiteY7" fmla="*/ 258847 h 2839941"/>
              <a:gd name="connsiteX8" fmla="*/ 4930435 w 6951301"/>
              <a:gd name="connsiteY8" fmla="*/ 1460527 h 2839941"/>
              <a:gd name="connsiteX9" fmla="*/ 5477195 w 6951301"/>
              <a:gd name="connsiteY9" fmla="*/ 1953516 h 2839941"/>
              <a:gd name="connsiteX10" fmla="*/ 5754880 w 6951301"/>
              <a:gd name="connsiteY10" fmla="*/ 2161932 h 2839941"/>
              <a:gd name="connsiteX11" fmla="*/ 6330052 w 6951301"/>
              <a:gd name="connsiteY11" fmla="*/ 2674334 h 2839941"/>
              <a:gd name="connsiteX12" fmla="*/ 6877865 w 6951301"/>
              <a:gd name="connsiteY12" fmla="*/ 2833608 h 2839941"/>
              <a:gd name="connsiteX0" fmla="*/ 0 w 6951301"/>
              <a:gd name="connsiteY0" fmla="*/ 2799220 h 2839941"/>
              <a:gd name="connsiteX1" fmla="*/ 807952 w 6951301"/>
              <a:gd name="connsiteY1" fmla="*/ 2546927 h 2839941"/>
              <a:gd name="connsiteX2" fmla="*/ 998046 w 6951301"/>
              <a:gd name="connsiteY2" fmla="*/ 2335482 h 2839941"/>
              <a:gd name="connsiteX3" fmla="*/ 1440530 w 6951301"/>
              <a:gd name="connsiteY3" fmla="*/ 2047719 h 2839941"/>
              <a:gd name="connsiteX4" fmla="*/ 1918200 w 6951301"/>
              <a:gd name="connsiteY4" fmla="*/ 1069144 h 2839941"/>
              <a:gd name="connsiteX5" fmla="*/ 2726014 w 6951301"/>
              <a:gd name="connsiteY5" fmla="*/ 233246 h 2839941"/>
              <a:gd name="connsiteX6" fmla="*/ 3301815 w 6951301"/>
              <a:gd name="connsiteY6" fmla="*/ 215 h 2839941"/>
              <a:gd name="connsiteX7" fmla="*/ 3996544 w 6951301"/>
              <a:gd name="connsiteY7" fmla="*/ 258847 h 2839941"/>
              <a:gd name="connsiteX8" fmla="*/ 4991521 w 6951301"/>
              <a:gd name="connsiteY8" fmla="*/ 1338712 h 2839941"/>
              <a:gd name="connsiteX9" fmla="*/ 5477195 w 6951301"/>
              <a:gd name="connsiteY9" fmla="*/ 1953516 h 2839941"/>
              <a:gd name="connsiteX10" fmla="*/ 5754880 w 6951301"/>
              <a:gd name="connsiteY10" fmla="*/ 2161932 h 2839941"/>
              <a:gd name="connsiteX11" fmla="*/ 6330052 w 6951301"/>
              <a:gd name="connsiteY11" fmla="*/ 2674334 h 2839941"/>
              <a:gd name="connsiteX12" fmla="*/ 6877865 w 6951301"/>
              <a:gd name="connsiteY12" fmla="*/ 2833608 h 2839941"/>
              <a:gd name="connsiteX0" fmla="*/ 0 w 6951301"/>
              <a:gd name="connsiteY0" fmla="*/ 2799220 h 2839941"/>
              <a:gd name="connsiteX1" fmla="*/ 807952 w 6951301"/>
              <a:gd name="connsiteY1" fmla="*/ 2546927 h 2839941"/>
              <a:gd name="connsiteX2" fmla="*/ 1211853 w 6951301"/>
              <a:gd name="connsiteY2" fmla="*/ 2376086 h 2839941"/>
              <a:gd name="connsiteX3" fmla="*/ 1440530 w 6951301"/>
              <a:gd name="connsiteY3" fmla="*/ 2047719 h 2839941"/>
              <a:gd name="connsiteX4" fmla="*/ 1918200 w 6951301"/>
              <a:gd name="connsiteY4" fmla="*/ 1069144 h 2839941"/>
              <a:gd name="connsiteX5" fmla="*/ 2726014 w 6951301"/>
              <a:gd name="connsiteY5" fmla="*/ 233246 h 2839941"/>
              <a:gd name="connsiteX6" fmla="*/ 3301815 w 6951301"/>
              <a:gd name="connsiteY6" fmla="*/ 215 h 2839941"/>
              <a:gd name="connsiteX7" fmla="*/ 3996544 w 6951301"/>
              <a:gd name="connsiteY7" fmla="*/ 258847 h 2839941"/>
              <a:gd name="connsiteX8" fmla="*/ 4991521 w 6951301"/>
              <a:gd name="connsiteY8" fmla="*/ 1338712 h 2839941"/>
              <a:gd name="connsiteX9" fmla="*/ 5477195 w 6951301"/>
              <a:gd name="connsiteY9" fmla="*/ 1953516 h 2839941"/>
              <a:gd name="connsiteX10" fmla="*/ 5754880 w 6951301"/>
              <a:gd name="connsiteY10" fmla="*/ 2161932 h 2839941"/>
              <a:gd name="connsiteX11" fmla="*/ 6330052 w 6951301"/>
              <a:gd name="connsiteY11" fmla="*/ 2674334 h 2839941"/>
              <a:gd name="connsiteX12" fmla="*/ 6877865 w 6951301"/>
              <a:gd name="connsiteY12" fmla="*/ 2833608 h 283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1301" h="2839941">
                <a:moveTo>
                  <a:pt x="0" y="2799220"/>
                </a:moveTo>
                <a:cubicBezTo>
                  <a:pt x="246797" y="2787847"/>
                  <a:pt x="605977" y="2617449"/>
                  <a:pt x="807952" y="2546927"/>
                </a:cubicBezTo>
                <a:cubicBezTo>
                  <a:pt x="1009927" y="2476405"/>
                  <a:pt x="1106423" y="2459287"/>
                  <a:pt x="1211853" y="2376086"/>
                </a:cubicBezTo>
                <a:cubicBezTo>
                  <a:pt x="1317283" y="2292885"/>
                  <a:pt x="1322806" y="2265543"/>
                  <a:pt x="1440530" y="2047719"/>
                </a:cubicBezTo>
                <a:cubicBezTo>
                  <a:pt x="1558254" y="1829895"/>
                  <a:pt x="1703953" y="1371556"/>
                  <a:pt x="1918200" y="1069144"/>
                </a:cubicBezTo>
                <a:cubicBezTo>
                  <a:pt x="2132447" y="766732"/>
                  <a:pt x="2495412" y="411401"/>
                  <a:pt x="2726014" y="233246"/>
                </a:cubicBezTo>
                <a:cubicBezTo>
                  <a:pt x="2956616" y="55091"/>
                  <a:pt x="3090060" y="-4052"/>
                  <a:pt x="3301815" y="215"/>
                </a:cubicBezTo>
                <a:cubicBezTo>
                  <a:pt x="3513570" y="4482"/>
                  <a:pt x="3714926" y="35764"/>
                  <a:pt x="3996544" y="258847"/>
                </a:cubicBezTo>
                <a:cubicBezTo>
                  <a:pt x="4278162" y="481930"/>
                  <a:pt x="4744746" y="1056267"/>
                  <a:pt x="4991521" y="1338712"/>
                </a:cubicBezTo>
                <a:cubicBezTo>
                  <a:pt x="5238296" y="1621157"/>
                  <a:pt x="5349969" y="1816313"/>
                  <a:pt x="5477195" y="1953516"/>
                </a:cubicBezTo>
                <a:cubicBezTo>
                  <a:pt x="5604421" y="2090719"/>
                  <a:pt x="5612737" y="2041796"/>
                  <a:pt x="5754880" y="2161932"/>
                </a:cubicBezTo>
                <a:cubicBezTo>
                  <a:pt x="5897023" y="2282068"/>
                  <a:pt x="6142888" y="2562388"/>
                  <a:pt x="6330052" y="2674334"/>
                </a:cubicBezTo>
                <a:cubicBezTo>
                  <a:pt x="6517216" y="2786280"/>
                  <a:pt x="7168053" y="2863075"/>
                  <a:pt x="6877865" y="2833608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391001" y="2809478"/>
            <a:ext cx="236677" cy="23005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0484383" y="2375741"/>
            <a:ext cx="227715" cy="207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856406907"/>
              </p:ext>
            </p:extLst>
          </p:nvPr>
        </p:nvGraphicFramePr>
        <p:xfrm>
          <a:off x="8033802" y="1424303"/>
          <a:ext cx="4017725" cy="3338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Rectangle 4"/>
          <p:cNvSpPr/>
          <p:nvPr/>
        </p:nvSpPr>
        <p:spPr>
          <a:xfrm>
            <a:off x="9182259" y="3121925"/>
            <a:ext cx="69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 μ₃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89689" y="26561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μ₄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1197" y="3522318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σ₃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69023" y="3435405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σ₄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8329" y="1636116"/>
            <a:ext cx="563948" cy="3699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F1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982022" y="1042736"/>
            <a:ext cx="5023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F2</a:t>
            </a:r>
            <a:endParaRPr lang="en-US" b="1" dirty="0"/>
          </a:p>
        </p:txBody>
      </p:sp>
      <p:sp>
        <p:nvSpPr>
          <p:cNvPr id="31" name="5-Point Star 30"/>
          <p:cNvSpPr/>
          <p:nvPr/>
        </p:nvSpPr>
        <p:spPr>
          <a:xfrm>
            <a:off x="1740001" y="4530685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Arrow Connector 35"/>
          <p:cNvCxnSpPr>
            <a:stCxn id="31" idx="0"/>
          </p:cNvCxnSpPr>
          <p:nvPr/>
        </p:nvCxnSpPr>
        <p:spPr>
          <a:xfrm flipV="1">
            <a:off x="1855281" y="4033227"/>
            <a:ext cx="0" cy="49745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642735" y="4033226"/>
            <a:ext cx="1225347" cy="30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5-Point Star 45"/>
          <p:cNvSpPr/>
          <p:nvPr/>
        </p:nvSpPr>
        <p:spPr>
          <a:xfrm>
            <a:off x="10105676" y="4530685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7" name="Straight Arrow Connector 56"/>
          <p:cNvCxnSpPr>
            <a:stCxn id="46" idx="0"/>
          </p:cNvCxnSpPr>
          <p:nvPr/>
        </p:nvCxnSpPr>
        <p:spPr>
          <a:xfrm flipV="1">
            <a:off x="10220956" y="3841933"/>
            <a:ext cx="3699" cy="68875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 flipV="1">
            <a:off x="8343780" y="3841933"/>
            <a:ext cx="1877176" cy="3570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10220956" y="3460761"/>
            <a:ext cx="0" cy="97206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 flipV="1">
            <a:off x="8343780" y="3491257"/>
            <a:ext cx="1877176" cy="3106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19629" y="5365077"/>
            <a:ext cx="5615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F1</a:t>
            </a:r>
            <a:r>
              <a:rPr lang="en-US" dirty="0" smtClean="0"/>
              <a:t>(   (  )) = 2</a:t>
            </a:r>
          </a:p>
          <a:p>
            <a:endParaRPr lang="en-US" dirty="0" smtClean="0"/>
          </a:p>
          <a:p>
            <a:r>
              <a:rPr lang="en-US" b="1" dirty="0" smtClean="0"/>
              <a:t>F1</a:t>
            </a:r>
            <a:r>
              <a:rPr lang="en-US" dirty="0" smtClean="0"/>
              <a:t>(  (  )) = 0.2 </a:t>
            </a:r>
            <a:endParaRPr lang="en-US" dirty="0"/>
          </a:p>
        </p:txBody>
      </p:sp>
      <p:sp>
        <p:nvSpPr>
          <p:cNvPr id="79" name="Rectangle 78"/>
          <p:cNvSpPr/>
          <p:nvPr/>
        </p:nvSpPr>
        <p:spPr>
          <a:xfrm>
            <a:off x="1064666" y="542040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1121351" y="59754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5-Point Star 81"/>
          <p:cNvSpPr/>
          <p:nvPr/>
        </p:nvSpPr>
        <p:spPr>
          <a:xfrm>
            <a:off x="1636976" y="5450671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5-Point Star 82"/>
          <p:cNvSpPr/>
          <p:nvPr/>
        </p:nvSpPr>
        <p:spPr>
          <a:xfrm>
            <a:off x="1513524" y="5961375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64612" y="5292804"/>
            <a:ext cx="2604655" cy="1145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6" name="Down Arrow 85"/>
          <p:cNvSpPr/>
          <p:nvPr/>
        </p:nvSpPr>
        <p:spPr>
          <a:xfrm>
            <a:off x="2304661" y="4785662"/>
            <a:ext cx="128733" cy="47990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9678906" y="546952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9735591" y="602454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5-Point Star 88"/>
          <p:cNvSpPr/>
          <p:nvPr/>
        </p:nvSpPr>
        <p:spPr>
          <a:xfrm>
            <a:off x="10251216" y="5499790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5-Point Star 89"/>
          <p:cNvSpPr/>
          <p:nvPr/>
        </p:nvSpPr>
        <p:spPr>
          <a:xfrm>
            <a:off x="10127764" y="6010494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9109306" y="5329829"/>
            <a:ext cx="2744937" cy="1145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9157773" y="5399881"/>
            <a:ext cx="31086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F2</a:t>
            </a:r>
            <a:r>
              <a:rPr lang="en-US" dirty="0" smtClean="0"/>
              <a:t>(   </a:t>
            </a:r>
            <a:r>
              <a:rPr lang="en-US" dirty="0"/>
              <a:t>(  )) = </a:t>
            </a:r>
            <a:r>
              <a:rPr lang="en-US" dirty="0" smtClean="0"/>
              <a:t>2.5</a:t>
            </a:r>
            <a:endParaRPr lang="en-US" dirty="0"/>
          </a:p>
          <a:p>
            <a:endParaRPr lang="en-US" dirty="0"/>
          </a:p>
          <a:p>
            <a:r>
              <a:rPr lang="en-US" b="1" dirty="0" smtClean="0"/>
              <a:t>F2</a:t>
            </a:r>
            <a:r>
              <a:rPr lang="en-US" dirty="0" smtClean="0"/>
              <a:t>(  </a:t>
            </a:r>
            <a:r>
              <a:rPr lang="en-US" dirty="0"/>
              <a:t>(  )) = </a:t>
            </a:r>
            <a:r>
              <a:rPr lang="en-US" dirty="0" smtClean="0"/>
              <a:t>3.8 </a:t>
            </a:r>
            <a:endParaRPr lang="en-US" dirty="0"/>
          </a:p>
        </p:txBody>
      </p:sp>
      <p:sp>
        <p:nvSpPr>
          <p:cNvPr id="98" name="Down Arrow 97"/>
          <p:cNvSpPr/>
          <p:nvPr/>
        </p:nvSpPr>
        <p:spPr>
          <a:xfrm>
            <a:off x="11069023" y="4777516"/>
            <a:ext cx="116213" cy="537173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Arrow Connector 100"/>
          <p:cNvCxnSpPr/>
          <p:nvPr/>
        </p:nvCxnSpPr>
        <p:spPr>
          <a:xfrm flipH="1" flipV="1">
            <a:off x="642735" y="4401551"/>
            <a:ext cx="1214236" cy="339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1717877" y="3994504"/>
            <a:ext cx="222511" cy="12007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1740001" y="4338987"/>
            <a:ext cx="222511" cy="12007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10113724" y="3806261"/>
            <a:ext cx="222511" cy="12007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10117960" y="3445313"/>
            <a:ext cx="222511" cy="12007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0AC3-032C-1991-C2B4-457DF690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/>
          <p:cNvSpPr/>
          <p:nvPr/>
        </p:nvSpPr>
        <p:spPr>
          <a:xfrm>
            <a:off x="9227333" y="2656182"/>
            <a:ext cx="2829545" cy="1847165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2022289" y="3460761"/>
            <a:ext cx="2402560" cy="972066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88850" y="3200483"/>
            <a:ext cx="1744544" cy="1244184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flipH="1" flipV="1">
            <a:off x="1458017" y="2855430"/>
            <a:ext cx="206209" cy="2279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069267" y="3131408"/>
            <a:ext cx="120159" cy="2122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354765" y="3237516"/>
            <a:ext cx="433564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μ₁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8714" y="3472601"/>
            <a:ext cx="422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μ₂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1961" y="3588358"/>
            <a:ext cx="4723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σ₁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12493" y="3773024"/>
            <a:ext cx="478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σ₂</a:t>
            </a:r>
          </a:p>
        </p:txBody>
      </p:sp>
      <p:graphicFrame>
        <p:nvGraphicFramePr>
          <p:cNvPr id="20" name="Chart 19"/>
          <p:cNvGraphicFramePr/>
          <p:nvPr>
            <p:extLst/>
          </p:nvPr>
        </p:nvGraphicFramePr>
        <p:xfrm>
          <a:off x="331312" y="2207107"/>
          <a:ext cx="4176531" cy="2507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09566" y="2014200"/>
            <a:ext cx="4390191" cy="27633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Freeform 21"/>
          <p:cNvSpPr/>
          <p:nvPr/>
        </p:nvSpPr>
        <p:spPr>
          <a:xfrm>
            <a:off x="8343780" y="3126120"/>
            <a:ext cx="2537826" cy="1377227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  <a:gd name="connsiteX0" fmla="*/ 0 w 6956352"/>
              <a:gd name="connsiteY0" fmla="*/ 2527089 h 2565738"/>
              <a:gd name="connsiteX1" fmla="*/ 807952 w 6956352"/>
              <a:gd name="connsiteY1" fmla="*/ 2274796 h 2565738"/>
              <a:gd name="connsiteX2" fmla="*/ 1364574 w 6956352"/>
              <a:gd name="connsiteY2" fmla="*/ 2225772 h 2565738"/>
              <a:gd name="connsiteX3" fmla="*/ 1715427 w 6956352"/>
              <a:gd name="connsiteY3" fmla="*/ 2100426 h 2565738"/>
              <a:gd name="connsiteX4" fmla="*/ 2193098 w 6956352"/>
              <a:gd name="connsiteY4" fmla="*/ 1609106 h 2565738"/>
              <a:gd name="connsiteX5" fmla="*/ 2848191 w 6956352"/>
              <a:gd name="connsiteY5" fmla="*/ 367160 h 2565738"/>
              <a:gd name="connsiteX6" fmla="*/ 3271271 w 6956352"/>
              <a:gd name="connsiteY6" fmla="*/ 12318 h 2565738"/>
              <a:gd name="connsiteX7" fmla="*/ 3721648 w 6956352"/>
              <a:gd name="connsiteY7" fmla="*/ 189739 h 2565738"/>
              <a:gd name="connsiteX8" fmla="*/ 4930435 w 6956352"/>
              <a:gd name="connsiteY8" fmla="*/ 1188396 h 2565738"/>
              <a:gd name="connsiteX9" fmla="*/ 5080126 w 6956352"/>
              <a:gd name="connsiteY9" fmla="*/ 2046827 h 2565738"/>
              <a:gd name="connsiteX10" fmla="*/ 5388354 w 6956352"/>
              <a:gd name="connsiteY10" fmla="*/ 2214639 h 2565738"/>
              <a:gd name="connsiteX11" fmla="*/ 6330052 w 6956352"/>
              <a:gd name="connsiteY11" fmla="*/ 2402203 h 2565738"/>
              <a:gd name="connsiteX12" fmla="*/ 6877865 w 6956352"/>
              <a:gd name="connsiteY12" fmla="*/ 2561477 h 2565738"/>
              <a:gd name="connsiteX0" fmla="*/ 0 w 6956352"/>
              <a:gd name="connsiteY0" fmla="*/ 2527089 h 2565738"/>
              <a:gd name="connsiteX1" fmla="*/ 807952 w 6956352"/>
              <a:gd name="connsiteY1" fmla="*/ 2274796 h 2565738"/>
              <a:gd name="connsiteX2" fmla="*/ 1364574 w 6956352"/>
              <a:gd name="connsiteY2" fmla="*/ 2225772 h 2565738"/>
              <a:gd name="connsiteX3" fmla="*/ 1715427 w 6956352"/>
              <a:gd name="connsiteY3" fmla="*/ 2100426 h 2565738"/>
              <a:gd name="connsiteX4" fmla="*/ 1918200 w 6956352"/>
              <a:gd name="connsiteY4" fmla="*/ 1162456 h 2565738"/>
              <a:gd name="connsiteX5" fmla="*/ 2848191 w 6956352"/>
              <a:gd name="connsiteY5" fmla="*/ 367160 h 2565738"/>
              <a:gd name="connsiteX6" fmla="*/ 3271271 w 6956352"/>
              <a:gd name="connsiteY6" fmla="*/ 12318 h 2565738"/>
              <a:gd name="connsiteX7" fmla="*/ 3721648 w 6956352"/>
              <a:gd name="connsiteY7" fmla="*/ 189739 h 2565738"/>
              <a:gd name="connsiteX8" fmla="*/ 4930435 w 6956352"/>
              <a:gd name="connsiteY8" fmla="*/ 1188396 h 2565738"/>
              <a:gd name="connsiteX9" fmla="*/ 5080126 w 6956352"/>
              <a:gd name="connsiteY9" fmla="*/ 2046827 h 2565738"/>
              <a:gd name="connsiteX10" fmla="*/ 5388354 w 6956352"/>
              <a:gd name="connsiteY10" fmla="*/ 2214639 h 2565738"/>
              <a:gd name="connsiteX11" fmla="*/ 6330052 w 6956352"/>
              <a:gd name="connsiteY11" fmla="*/ 2402203 h 2565738"/>
              <a:gd name="connsiteX12" fmla="*/ 6877865 w 6956352"/>
              <a:gd name="connsiteY12" fmla="*/ 2561477 h 2565738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1364574 w 6951301"/>
              <a:gd name="connsiteY2" fmla="*/ 2225772 h 2567810"/>
              <a:gd name="connsiteX3" fmla="*/ 1715427 w 6951301"/>
              <a:gd name="connsiteY3" fmla="*/ 2100426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080126 w 6951301"/>
              <a:gd name="connsiteY9" fmla="*/ 2046827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1364574 w 6951301"/>
              <a:gd name="connsiteY2" fmla="*/ 2225772 h 2567810"/>
              <a:gd name="connsiteX3" fmla="*/ 1715427 w 6951301"/>
              <a:gd name="connsiteY3" fmla="*/ 2100426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477195 w 6951301"/>
              <a:gd name="connsiteY9" fmla="*/ 1681385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1364574 w 6951301"/>
              <a:gd name="connsiteY2" fmla="*/ 2225772 h 2567810"/>
              <a:gd name="connsiteX3" fmla="*/ 1440530 w 6951301"/>
              <a:gd name="connsiteY3" fmla="*/ 1775588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477195 w 6951301"/>
              <a:gd name="connsiteY9" fmla="*/ 1681385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527089 h 2567810"/>
              <a:gd name="connsiteX1" fmla="*/ 807952 w 6951301"/>
              <a:gd name="connsiteY1" fmla="*/ 2274796 h 2567810"/>
              <a:gd name="connsiteX2" fmla="*/ 998046 w 6951301"/>
              <a:gd name="connsiteY2" fmla="*/ 2063351 h 2567810"/>
              <a:gd name="connsiteX3" fmla="*/ 1440530 w 6951301"/>
              <a:gd name="connsiteY3" fmla="*/ 1775588 h 2567810"/>
              <a:gd name="connsiteX4" fmla="*/ 1918200 w 6951301"/>
              <a:gd name="connsiteY4" fmla="*/ 1162456 h 2567810"/>
              <a:gd name="connsiteX5" fmla="*/ 2848191 w 6951301"/>
              <a:gd name="connsiteY5" fmla="*/ 367160 h 2567810"/>
              <a:gd name="connsiteX6" fmla="*/ 3271271 w 6951301"/>
              <a:gd name="connsiteY6" fmla="*/ 12318 h 2567810"/>
              <a:gd name="connsiteX7" fmla="*/ 3721648 w 6951301"/>
              <a:gd name="connsiteY7" fmla="*/ 189739 h 2567810"/>
              <a:gd name="connsiteX8" fmla="*/ 4930435 w 6951301"/>
              <a:gd name="connsiteY8" fmla="*/ 1188396 h 2567810"/>
              <a:gd name="connsiteX9" fmla="*/ 5477195 w 6951301"/>
              <a:gd name="connsiteY9" fmla="*/ 1681385 h 2567810"/>
              <a:gd name="connsiteX10" fmla="*/ 5754880 w 6951301"/>
              <a:gd name="connsiteY10" fmla="*/ 1889801 h 2567810"/>
              <a:gd name="connsiteX11" fmla="*/ 6330052 w 6951301"/>
              <a:gd name="connsiteY11" fmla="*/ 2402203 h 2567810"/>
              <a:gd name="connsiteX12" fmla="*/ 6877865 w 6951301"/>
              <a:gd name="connsiteY12" fmla="*/ 2561477 h 2567810"/>
              <a:gd name="connsiteX0" fmla="*/ 0 w 6951301"/>
              <a:gd name="connsiteY0" fmla="*/ 2801412 h 2842133"/>
              <a:gd name="connsiteX1" fmla="*/ 807952 w 6951301"/>
              <a:gd name="connsiteY1" fmla="*/ 2549119 h 2842133"/>
              <a:gd name="connsiteX2" fmla="*/ 998046 w 6951301"/>
              <a:gd name="connsiteY2" fmla="*/ 2337674 h 2842133"/>
              <a:gd name="connsiteX3" fmla="*/ 1440530 w 6951301"/>
              <a:gd name="connsiteY3" fmla="*/ 2049911 h 2842133"/>
              <a:gd name="connsiteX4" fmla="*/ 1918200 w 6951301"/>
              <a:gd name="connsiteY4" fmla="*/ 1436779 h 2842133"/>
              <a:gd name="connsiteX5" fmla="*/ 2848191 w 6951301"/>
              <a:gd name="connsiteY5" fmla="*/ 641483 h 2842133"/>
              <a:gd name="connsiteX6" fmla="*/ 3301815 w 6951301"/>
              <a:gd name="connsiteY6" fmla="*/ 2407 h 2842133"/>
              <a:gd name="connsiteX7" fmla="*/ 3721648 w 6951301"/>
              <a:gd name="connsiteY7" fmla="*/ 464062 h 2842133"/>
              <a:gd name="connsiteX8" fmla="*/ 4930435 w 6951301"/>
              <a:gd name="connsiteY8" fmla="*/ 1462719 h 2842133"/>
              <a:gd name="connsiteX9" fmla="*/ 5477195 w 6951301"/>
              <a:gd name="connsiteY9" fmla="*/ 1955708 h 2842133"/>
              <a:gd name="connsiteX10" fmla="*/ 5754880 w 6951301"/>
              <a:gd name="connsiteY10" fmla="*/ 2164124 h 2842133"/>
              <a:gd name="connsiteX11" fmla="*/ 6330052 w 6951301"/>
              <a:gd name="connsiteY11" fmla="*/ 2676526 h 2842133"/>
              <a:gd name="connsiteX12" fmla="*/ 6877865 w 6951301"/>
              <a:gd name="connsiteY12" fmla="*/ 2835800 h 2842133"/>
              <a:gd name="connsiteX0" fmla="*/ 0 w 6951301"/>
              <a:gd name="connsiteY0" fmla="*/ 2801412 h 2842133"/>
              <a:gd name="connsiteX1" fmla="*/ 807952 w 6951301"/>
              <a:gd name="connsiteY1" fmla="*/ 2549119 h 2842133"/>
              <a:gd name="connsiteX2" fmla="*/ 998046 w 6951301"/>
              <a:gd name="connsiteY2" fmla="*/ 2337674 h 2842133"/>
              <a:gd name="connsiteX3" fmla="*/ 1440530 w 6951301"/>
              <a:gd name="connsiteY3" fmla="*/ 2049911 h 2842133"/>
              <a:gd name="connsiteX4" fmla="*/ 1918200 w 6951301"/>
              <a:gd name="connsiteY4" fmla="*/ 1071336 h 2842133"/>
              <a:gd name="connsiteX5" fmla="*/ 2848191 w 6951301"/>
              <a:gd name="connsiteY5" fmla="*/ 641483 h 2842133"/>
              <a:gd name="connsiteX6" fmla="*/ 3301815 w 6951301"/>
              <a:gd name="connsiteY6" fmla="*/ 2407 h 2842133"/>
              <a:gd name="connsiteX7" fmla="*/ 3721648 w 6951301"/>
              <a:gd name="connsiteY7" fmla="*/ 464062 h 2842133"/>
              <a:gd name="connsiteX8" fmla="*/ 4930435 w 6951301"/>
              <a:gd name="connsiteY8" fmla="*/ 1462719 h 2842133"/>
              <a:gd name="connsiteX9" fmla="*/ 5477195 w 6951301"/>
              <a:gd name="connsiteY9" fmla="*/ 1955708 h 2842133"/>
              <a:gd name="connsiteX10" fmla="*/ 5754880 w 6951301"/>
              <a:gd name="connsiteY10" fmla="*/ 2164124 h 2842133"/>
              <a:gd name="connsiteX11" fmla="*/ 6330052 w 6951301"/>
              <a:gd name="connsiteY11" fmla="*/ 2676526 h 2842133"/>
              <a:gd name="connsiteX12" fmla="*/ 6877865 w 6951301"/>
              <a:gd name="connsiteY12" fmla="*/ 2835800 h 2842133"/>
              <a:gd name="connsiteX0" fmla="*/ 0 w 6951301"/>
              <a:gd name="connsiteY0" fmla="*/ 2807457 h 2848178"/>
              <a:gd name="connsiteX1" fmla="*/ 807952 w 6951301"/>
              <a:gd name="connsiteY1" fmla="*/ 2555164 h 2848178"/>
              <a:gd name="connsiteX2" fmla="*/ 998046 w 6951301"/>
              <a:gd name="connsiteY2" fmla="*/ 2343719 h 2848178"/>
              <a:gd name="connsiteX3" fmla="*/ 1440530 w 6951301"/>
              <a:gd name="connsiteY3" fmla="*/ 2055956 h 2848178"/>
              <a:gd name="connsiteX4" fmla="*/ 1918200 w 6951301"/>
              <a:gd name="connsiteY4" fmla="*/ 1077381 h 2848178"/>
              <a:gd name="connsiteX5" fmla="*/ 2726014 w 6951301"/>
              <a:gd name="connsiteY5" fmla="*/ 241483 h 2848178"/>
              <a:gd name="connsiteX6" fmla="*/ 3301815 w 6951301"/>
              <a:gd name="connsiteY6" fmla="*/ 8452 h 2848178"/>
              <a:gd name="connsiteX7" fmla="*/ 3721648 w 6951301"/>
              <a:gd name="connsiteY7" fmla="*/ 470107 h 2848178"/>
              <a:gd name="connsiteX8" fmla="*/ 4930435 w 6951301"/>
              <a:gd name="connsiteY8" fmla="*/ 1468764 h 2848178"/>
              <a:gd name="connsiteX9" fmla="*/ 5477195 w 6951301"/>
              <a:gd name="connsiteY9" fmla="*/ 1961753 h 2848178"/>
              <a:gd name="connsiteX10" fmla="*/ 5754880 w 6951301"/>
              <a:gd name="connsiteY10" fmla="*/ 2170169 h 2848178"/>
              <a:gd name="connsiteX11" fmla="*/ 6330052 w 6951301"/>
              <a:gd name="connsiteY11" fmla="*/ 2682571 h 2848178"/>
              <a:gd name="connsiteX12" fmla="*/ 6877865 w 6951301"/>
              <a:gd name="connsiteY12" fmla="*/ 2841845 h 2848178"/>
              <a:gd name="connsiteX0" fmla="*/ 0 w 6951301"/>
              <a:gd name="connsiteY0" fmla="*/ 2799220 h 2839941"/>
              <a:gd name="connsiteX1" fmla="*/ 807952 w 6951301"/>
              <a:gd name="connsiteY1" fmla="*/ 2546927 h 2839941"/>
              <a:gd name="connsiteX2" fmla="*/ 998046 w 6951301"/>
              <a:gd name="connsiteY2" fmla="*/ 2335482 h 2839941"/>
              <a:gd name="connsiteX3" fmla="*/ 1440530 w 6951301"/>
              <a:gd name="connsiteY3" fmla="*/ 2047719 h 2839941"/>
              <a:gd name="connsiteX4" fmla="*/ 1918200 w 6951301"/>
              <a:gd name="connsiteY4" fmla="*/ 1069144 h 2839941"/>
              <a:gd name="connsiteX5" fmla="*/ 2726014 w 6951301"/>
              <a:gd name="connsiteY5" fmla="*/ 233246 h 2839941"/>
              <a:gd name="connsiteX6" fmla="*/ 3301815 w 6951301"/>
              <a:gd name="connsiteY6" fmla="*/ 215 h 2839941"/>
              <a:gd name="connsiteX7" fmla="*/ 3996544 w 6951301"/>
              <a:gd name="connsiteY7" fmla="*/ 258847 h 2839941"/>
              <a:gd name="connsiteX8" fmla="*/ 4930435 w 6951301"/>
              <a:gd name="connsiteY8" fmla="*/ 1460527 h 2839941"/>
              <a:gd name="connsiteX9" fmla="*/ 5477195 w 6951301"/>
              <a:gd name="connsiteY9" fmla="*/ 1953516 h 2839941"/>
              <a:gd name="connsiteX10" fmla="*/ 5754880 w 6951301"/>
              <a:gd name="connsiteY10" fmla="*/ 2161932 h 2839941"/>
              <a:gd name="connsiteX11" fmla="*/ 6330052 w 6951301"/>
              <a:gd name="connsiteY11" fmla="*/ 2674334 h 2839941"/>
              <a:gd name="connsiteX12" fmla="*/ 6877865 w 6951301"/>
              <a:gd name="connsiteY12" fmla="*/ 2833608 h 2839941"/>
              <a:gd name="connsiteX0" fmla="*/ 0 w 6951301"/>
              <a:gd name="connsiteY0" fmla="*/ 2799220 h 2839941"/>
              <a:gd name="connsiteX1" fmla="*/ 807952 w 6951301"/>
              <a:gd name="connsiteY1" fmla="*/ 2546927 h 2839941"/>
              <a:gd name="connsiteX2" fmla="*/ 998046 w 6951301"/>
              <a:gd name="connsiteY2" fmla="*/ 2335482 h 2839941"/>
              <a:gd name="connsiteX3" fmla="*/ 1440530 w 6951301"/>
              <a:gd name="connsiteY3" fmla="*/ 2047719 h 2839941"/>
              <a:gd name="connsiteX4" fmla="*/ 1918200 w 6951301"/>
              <a:gd name="connsiteY4" fmla="*/ 1069144 h 2839941"/>
              <a:gd name="connsiteX5" fmla="*/ 2726014 w 6951301"/>
              <a:gd name="connsiteY5" fmla="*/ 233246 h 2839941"/>
              <a:gd name="connsiteX6" fmla="*/ 3301815 w 6951301"/>
              <a:gd name="connsiteY6" fmla="*/ 215 h 2839941"/>
              <a:gd name="connsiteX7" fmla="*/ 3996544 w 6951301"/>
              <a:gd name="connsiteY7" fmla="*/ 258847 h 2839941"/>
              <a:gd name="connsiteX8" fmla="*/ 4991521 w 6951301"/>
              <a:gd name="connsiteY8" fmla="*/ 1338712 h 2839941"/>
              <a:gd name="connsiteX9" fmla="*/ 5477195 w 6951301"/>
              <a:gd name="connsiteY9" fmla="*/ 1953516 h 2839941"/>
              <a:gd name="connsiteX10" fmla="*/ 5754880 w 6951301"/>
              <a:gd name="connsiteY10" fmla="*/ 2161932 h 2839941"/>
              <a:gd name="connsiteX11" fmla="*/ 6330052 w 6951301"/>
              <a:gd name="connsiteY11" fmla="*/ 2674334 h 2839941"/>
              <a:gd name="connsiteX12" fmla="*/ 6877865 w 6951301"/>
              <a:gd name="connsiteY12" fmla="*/ 2833608 h 2839941"/>
              <a:gd name="connsiteX0" fmla="*/ 0 w 6951301"/>
              <a:gd name="connsiteY0" fmla="*/ 2799220 h 2839941"/>
              <a:gd name="connsiteX1" fmla="*/ 807952 w 6951301"/>
              <a:gd name="connsiteY1" fmla="*/ 2546927 h 2839941"/>
              <a:gd name="connsiteX2" fmla="*/ 1211853 w 6951301"/>
              <a:gd name="connsiteY2" fmla="*/ 2376086 h 2839941"/>
              <a:gd name="connsiteX3" fmla="*/ 1440530 w 6951301"/>
              <a:gd name="connsiteY3" fmla="*/ 2047719 h 2839941"/>
              <a:gd name="connsiteX4" fmla="*/ 1918200 w 6951301"/>
              <a:gd name="connsiteY4" fmla="*/ 1069144 h 2839941"/>
              <a:gd name="connsiteX5" fmla="*/ 2726014 w 6951301"/>
              <a:gd name="connsiteY5" fmla="*/ 233246 h 2839941"/>
              <a:gd name="connsiteX6" fmla="*/ 3301815 w 6951301"/>
              <a:gd name="connsiteY6" fmla="*/ 215 h 2839941"/>
              <a:gd name="connsiteX7" fmla="*/ 3996544 w 6951301"/>
              <a:gd name="connsiteY7" fmla="*/ 258847 h 2839941"/>
              <a:gd name="connsiteX8" fmla="*/ 4991521 w 6951301"/>
              <a:gd name="connsiteY8" fmla="*/ 1338712 h 2839941"/>
              <a:gd name="connsiteX9" fmla="*/ 5477195 w 6951301"/>
              <a:gd name="connsiteY9" fmla="*/ 1953516 h 2839941"/>
              <a:gd name="connsiteX10" fmla="*/ 5754880 w 6951301"/>
              <a:gd name="connsiteY10" fmla="*/ 2161932 h 2839941"/>
              <a:gd name="connsiteX11" fmla="*/ 6330052 w 6951301"/>
              <a:gd name="connsiteY11" fmla="*/ 2674334 h 2839941"/>
              <a:gd name="connsiteX12" fmla="*/ 6877865 w 6951301"/>
              <a:gd name="connsiteY12" fmla="*/ 2833608 h 283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1301" h="2839941">
                <a:moveTo>
                  <a:pt x="0" y="2799220"/>
                </a:moveTo>
                <a:cubicBezTo>
                  <a:pt x="246797" y="2787847"/>
                  <a:pt x="605977" y="2617449"/>
                  <a:pt x="807952" y="2546927"/>
                </a:cubicBezTo>
                <a:cubicBezTo>
                  <a:pt x="1009927" y="2476405"/>
                  <a:pt x="1106423" y="2459287"/>
                  <a:pt x="1211853" y="2376086"/>
                </a:cubicBezTo>
                <a:cubicBezTo>
                  <a:pt x="1317283" y="2292885"/>
                  <a:pt x="1322806" y="2265543"/>
                  <a:pt x="1440530" y="2047719"/>
                </a:cubicBezTo>
                <a:cubicBezTo>
                  <a:pt x="1558254" y="1829895"/>
                  <a:pt x="1703953" y="1371556"/>
                  <a:pt x="1918200" y="1069144"/>
                </a:cubicBezTo>
                <a:cubicBezTo>
                  <a:pt x="2132447" y="766732"/>
                  <a:pt x="2495412" y="411401"/>
                  <a:pt x="2726014" y="233246"/>
                </a:cubicBezTo>
                <a:cubicBezTo>
                  <a:pt x="2956616" y="55091"/>
                  <a:pt x="3090060" y="-4052"/>
                  <a:pt x="3301815" y="215"/>
                </a:cubicBezTo>
                <a:cubicBezTo>
                  <a:pt x="3513570" y="4482"/>
                  <a:pt x="3714926" y="35764"/>
                  <a:pt x="3996544" y="258847"/>
                </a:cubicBezTo>
                <a:cubicBezTo>
                  <a:pt x="4278162" y="481930"/>
                  <a:pt x="4744746" y="1056267"/>
                  <a:pt x="4991521" y="1338712"/>
                </a:cubicBezTo>
                <a:cubicBezTo>
                  <a:pt x="5238296" y="1621157"/>
                  <a:pt x="5349969" y="1816313"/>
                  <a:pt x="5477195" y="1953516"/>
                </a:cubicBezTo>
                <a:cubicBezTo>
                  <a:pt x="5604421" y="2090719"/>
                  <a:pt x="5612737" y="2041796"/>
                  <a:pt x="5754880" y="2161932"/>
                </a:cubicBezTo>
                <a:cubicBezTo>
                  <a:pt x="5897023" y="2282068"/>
                  <a:pt x="6142888" y="2562388"/>
                  <a:pt x="6330052" y="2674334"/>
                </a:cubicBezTo>
                <a:cubicBezTo>
                  <a:pt x="6517216" y="2786280"/>
                  <a:pt x="7168053" y="2863075"/>
                  <a:pt x="6877865" y="2833608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391001" y="2809478"/>
            <a:ext cx="236677" cy="23005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0484383" y="2375741"/>
            <a:ext cx="227715" cy="207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Chart 40"/>
          <p:cNvGraphicFramePr/>
          <p:nvPr>
            <p:extLst/>
          </p:nvPr>
        </p:nvGraphicFramePr>
        <p:xfrm>
          <a:off x="8033802" y="1424303"/>
          <a:ext cx="4017725" cy="3338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Rectangle 4"/>
          <p:cNvSpPr/>
          <p:nvPr/>
        </p:nvSpPr>
        <p:spPr>
          <a:xfrm>
            <a:off x="9182259" y="3121925"/>
            <a:ext cx="69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 μ₃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89689" y="26561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μ₄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1197" y="3522318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σ₃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69023" y="3435405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σ₄</a:t>
            </a:r>
          </a:p>
        </p:txBody>
      </p:sp>
      <p:sp>
        <p:nvSpPr>
          <p:cNvPr id="9" name="Right Arrow 8"/>
          <p:cNvSpPr/>
          <p:nvPr/>
        </p:nvSpPr>
        <p:spPr>
          <a:xfrm rot="5400000">
            <a:off x="5368647" y="3497680"/>
            <a:ext cx="1601090" cy="24478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/>
          <p:cNvSpPr/>
          <p:nvPr/>
        </p:nvSpPr>
        <p:spPr>
          <a:xfrm rot="1944952" flipV="1">
            <a:off x="4612683" y="4351893"/>
            <a:ext cx="1260362" cy="24574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 rot="9076465" flipV="1">
            <a:off x="6609981" y="4340561"/>
            <a:ext cx="1354260" cy="2941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63255" y="4497074"/>
            <a:ext cx="5998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/>
              <a:t>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8329" y="1636116"/>
            <a:ext cx="563948" cy="3699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F1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982022" y="1042736"/>
            <a:ext cx="5023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F2</a:t>
            </a:r>
            <a:endParaRPr lang="en-US" b="1" dirty="0"/>
          </a:p>
        </p:txBody>
      </p:sp>
      <p:sp>
        <p:nvSpPr>
          <p:cNvPr id="31" name="5-Point Star 30"/>
          <p:cNvSpPr/>
          <p:nvPr/>
        </p:nvSpPr>
        <p:spPr>
          <a:xfrm>
            <a:off x="1740001" y="4530685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Arrow Connector 35"/>
          <p:cNvCxnSpPr>
            <a:stCxn id="31" idx="0"/>
          </p:cNvCxnSpPr>
          <p:nvPr/>
        </p:nvCxnSpPr>
        <p:spPr>
          <a:xfrm flipV="1">
            <a:off x="1855281" y="4033227"/>
            <a:ext cx="0" cy="49745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642735" y="4033226"/>
            <a:ext cx="1225347" cy="30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5-Point Star 45"/>
          <p:cNvSpPr/>
          <p:nvPr/>
        </p:nvSpPr>
        <p:spPr>
          <a:xfrm>
            <a:off x="10105676" y="4530685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7" name="Straight Arrow Connector 56"/>
          <p:cNvCxnSpPr>
            <a:stCxn id="46" idx="0"/>
          </p:cNvCxnSpPr>
          <p:nvPr/>
        </p:nvCxnSpPr>
        <p:spPr>
          <a:xfrm flipV="1">
            <a:off x="10220956" y="3841933"/>
            <a:ext cx="3699" cy="68875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 flipV="1">
            <a:off x="8343780" y="3841933"/>
            <a:ext cx="1877176" cy="3570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10220956" y="3460761"/>
            <a:ext cx="0" cy="97206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 flipV="1">
            <a:off x="8343780" y="3491257"/>
            <a:ext cx="1877176" cy="3106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064666" y="542040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1121351" y="59754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5-Point Star 81"/>
          <p:cNvSpPr/>
          <p:nvPr/>
        </p:nvSpPr>
        <p:spPr>
          <a:xfrm>
            <a:off x="1636976" y="5450671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5-Point Star 82"/>
          <p:cNvSpPr/>
          <p:nvPr/>
        </p:nvSpPr>
        <p:spPr>
          <a:xfrm>
            <a:off x="1513524" y="5961375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64612" y="5292804"/>
            <a:ext cx="2604655" cy="1145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6" name="Down Arrow 85"/>
          <p:cNvSpPr/>
          <p:nvPr/>
        </p:nvSpPr>
        <p:spPr>
          <a:xfrm>
            <a:off x="2304661" y="4785662"/>
            <a:ext cx="128733" cy="47990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9678906" y="546952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9735591" y="602454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5-Point Star 88"/>
          <p:cNvSpPr/>
          <p:nvPr/>
        </p:nvSpPr>
        <p:spPr>
          <a:xfrm>
            <a:off x="10251216" y="5499790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5-Point Star 89"/>
          <p:cNvSpPr/>
          <p:nvPr/>
        </p:nvSpPr>
        <p:spPr>
          <a:xfrm>
            <a:off x="10127764" y="6010494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9109306" y="5329829"/>
            <a:ext cx="2744937" cy="1145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9157773" y="5399881"/>
            <a:ext cx="31086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F2</a:t>
            </a:r>
            <a:r>
              <a:rPr lang="en-US" dirty="0" smtClean="0"/>
              <a:t>(   </a:t>
            </a:r>
            <a:r>
              <a:rPr lang="en-US" dirty="0"/>
              <a:t>(  )) = </a:t>
            </a:r>
            <a:r>
              <a:rPr lang="en-US" dirty="0" smtClean="0"/>
              <a:t>2.5</a:t>
            </a:r>
            <a:endParaRPr lang="en-US" dirty="0"/>
          </a:p>
          <a:p>
            <a:endParaRPr lang="en-US" dirty="0"/>
          </a:p>
          <a:p>
            <a:r>
              <a:rPr lang="en-US" b="1" dirty="0" smtClean="0"/>
              <a:t>F2</a:t>
            </a:r>
            <a:r>
              <a:rPr lang="en-US" dirty="0" smtClean="0"/>
              <a:t>(  </a:t>
            </a:r>
            <a:r>
              <a:rPr lang="en-US" dirty="0"/>
              <a:t>(  )) = </a:t>
            </a:r>
            <a:r>
              <a:rPr lang="en-US" dirty="0" smtClean="0"/>
              <a:t>3.8 </a:t>
            </a:r>
            <a:endParaRPr lang="en-US" dirty="0"/>
          </a:p>
        </p:txBody>
      </p:sp>
      <p:sp>
        <p:nvSpPr>
          <p:cNvPr id="98" name="Down Arrow 97"/>
          <p:cNvSpPr/>
          <p:nvPr/>
        </p:nvSpPr>
        <p:spPr>
          <a:xfrm>
            <a:off x="11069023" y="4777516"/>
            <a:ext cx="116213" cy="537173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Arrow Connector 100"/>
          <p:cNvCxnSpPr/>
          <p:nvPr/>
        </p:nvCxnSpPr>
        <p:spPr>
          <a:xfrm flipH="1" flipV="1">
            <a:off x="642735" y="4401551"/>
            <a:ext cx="1214236" cy="339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1717877" y="3994504"/>
            <a:ext cx="222511" cy="12007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1740001" y="4338987"/>
            <a:ext cx="222511" cy="12007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10113724" y="3806261"/>
            <a:ext cx="222511" cy="12007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10117960" y="3445313"/>
            <a:ext cx="222511" cy="12007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715" y="64310"/>
            <a:ext cx="3306434" cy="287533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19629" y="5365077"/>
            <a:ext cx="5615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F1</a:t>
            </a:r>
            <a:r>
              <a:rPr lang="en-US" dirty="0" smtClean="0"/>
              <a:t>(   (  )) = 2</a:t>
            </a:r>
          </a:p>
          <a:p>
            <a:endParaRPr lang="en-US" dirty="0" smtClean="0"/>
          </a:p>
          <a:p>
            <a:r>
              <a:rPr lang="en-US" b="1" dirty="0" smtClean="0"/>
              <a:t>F1</a:t>
            </a:r>
            <a:r>
              <a:rPr lang="en-US" dirty="0" smtClean="0"/>
              <a:t>(  (  )) = 0.2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851028" y="4462930"/>
            <a:ext cx="74072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8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E59D-04D0-EE4F-A955-69EFFD9E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140816" y="3040188"/>
                <a:ext cx="2929071" cy="6127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.53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16" y="3040188"/>
                <a:ext cx="2929071" cy="61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Oval 67"/>
          <p:cNvSpPr/>
          <p:nvPr/>
        </p:nvSpPr>
        <p:spPr>
          <a:xfrm>
            <a:off x="566588" y="3183116"/>
            <a:ext cx="188675" cy="32687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192839" y="606102"/>
                <a:ext cx="2194896" cy="6127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47%</m:t>
                      </m:r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39" y="606102"/>
                <a:ext cx="2194896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618612" y="820403"/>
            <a:ext cx="172528" cy="22058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205047" y="80766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4492032" y="319145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5-Point Star 72"/>
          <p:cNvSpPr/>
          <p:nvPr/>
        </p:nvSpPr>
        <p:spPr>
          <a:xfrm>
            <a:off x="4744778" y="824283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5-Point Star 73"/>
          <p:cNvSpPr/>
          <p:nvPr/>
        </p:nvSpPr>
        <p:spPr>
          <a:xfrm>
            <a:off x="4883613" y="3180197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3589704" y="349941"/>
            <a:ext cx="2604655" cy="1145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3958779" y="2835899"/>
            <a:ext cx="5615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b="1" dirty="0" smtClean="0"/>
              <a:t>F1</a:t>
            </a:r>
            <a:r>
              <a:rPr lang="en-US" dirty="0" smtClean="0"/>
              <a:t>(  (  )) = </a:t>
            </a:r>
            <a:r>
              <a:rPr lang="en-US" b="1" dirty="0" smtClean="0">
                <a:solidFill>
                  <a:srgbClr val="FF0000"/>
                </a:solidFill>
              </a:rPr>
              <a:t>0.2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7" name="Rectangle 76"/>
          <p:cNvSpPr/>
          <p:nvPr/>
        </p:nvSpPr>
        <p:spPr>
          <a:xfrm>
            <a:off x="7472802" y="87803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7420778" y="321928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5-Point Star 78"/>
          <p:cNvSpPr/>
          <p:nvPr/>
        </p:nvSpPr>
        <p:spPr>
          <a:xfrm>
            <a:off x="7971460" y="849438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5-Point Star 79"/>
          <p:cNvSpPr/>
          <p:nvPr/>
        </p:nvSpPr>
        <p:spPr>
          <a:xfrm>
            <a:off x="7804156" y="3215354"/>
            <a:ext cx="230559" cy="195372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6829551" y="402553"/>
            <a:ext cx="2744937" cy="1145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8" name="Multiply 87"/>
          <p:cNvSpPr/>
          <p:nvPr/>
        </p:nvSpPr>
        <p:spPr>
          <a:xfrm>
            <a:off x="2788513" y="806316"/>
            <a:ext cx="374450" cy="309610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Multiply 88"/>
          <p:cNvSpPr/>
          <p:nvPr/>
        </p:nvSpPr>
        <p:spPr>
          <a:xfrm>
            <a:off x="6316572" y="839033"/>
            <a:ext cx="390766" cy="303899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3665401" y="737303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F1</a:t>
            </a:r>
            <a:r>
              <a:rPr lang="en-US" dirty="0"/>
              <a:t>(   (  )) = </a:t>
            </a:r>
            <a:r>
              <a:rPr lang="en-US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11905" y="806316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F2</a:t>
            </a:r>
            <a:r>
              <a:rPr lang="en-US" dirty="0"/>
              <a:t>(   (  )) = </a:t>
            </a:r>
            <a:r>
              <a:rPr lang="en-US" b="1" dirty="0">
                <a:solidFill>
                  <a:srgbClr val="00B0F0"/>
                </a:solidFill>
              </a:rPr>
              <a:t>2.5</a:t>
            </a:r>
          </a:p>
        </p:txBody>
      </p:sp>
      <p:sp>
        <p:nvSpPr>
          <p:cNvPr id="94" name="Multiply 93"/>
          <p:cNvSpPr/>
          <p:nvPr/>
        </p:nvSpPr>
        <p:spPr>
          <a:xfrm>
            <a:off x="3118186" y="3255921"/>
            <a:ext cx="374450" cy="309610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3694900" y="2798547"/>
            <a:ext cx="2604655" cy="1145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6" name="Multiply 95"/>
          <p:cNvSpPr/>
          <p:nvPr/>
        </p:nvSpPr>
        <p:spPr>
          <a:xfrm>
            <a:off x="6333744" y="3178331"/>
            <a:ext cx="390766" cy="303899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6758700" y="2786064"/>
            <a:ext cx="2744937" cy="1145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>
            <a:off x="6885867" y="3140660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F2</a:t>
            </a:r>
            <a:r>
              <a:rPr lang="en-US" dirty="0"/>
              <a:t>(  (  )) = </a:t>
            </a:r>
            <a:r>
              <a:rPr lang="en-US" b="1" dirty="0">
                <a:solidFill>
                  <a:srgbClr val="FF0000"/>
                </a:solidFill>
              </a:rPr>
              <a:t>3.8</a:t>
            </a:r>
            <a:r>
              <a:rPr lang="en-US" dirty="0"/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12818" y="1816992"/>
            <a:ext cx="19416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</a:t>
            </a:r>
            <a:r>
              <a:rPr lang="en-US" b="1" dirty="0" smtClean="0">
                <a:solidFill>
                  <a:srgbClr val="00B0F0"/>
                </a:solidFill>
              </a:rPr>
              <a:t>2.35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06" name="Equal 105"/>
          <p:cNvSpPr/>
          <p:nvPr/>
        </p:nvSpPr>
        <p:spPr>
          <a:xfrm>
            <a:off x="9322745" y="1836501"/>
            <a:ext cx="302876" cy="340799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9877175" y="4202391"/>
            <a:ext cx="19416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</a:t>
            </a:r>
            <a:r>
              <a:rPr lang="en-US" b="1" dirty="0" smtClean="0">
                <a:solidFill>
                  <a:srgbClr val="FF0000"/>
                </a:solidFill>
              </a:rPr>
              <a:t>0.40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2" name="Equal 111"/>
          <p:cNvSpPr/>
          <p:nvPr/>
        </p:nvSpPr>
        <p:spPr>
          <a:xfrm>
            <a:off x="9305925" y="4226436"/>
            <a:ext cx="302876" cy="340799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4" name="Straight Connector 113"/>
          <p:cNvCxnSpPr/>
          <p:nvPr/>
        </p:nvCxnSpPr>
        <p:spPr>
          <a:xfrm>
            <a:off x="0" y="2558473"/>
            <a:ext cx="12192000" cy="27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0" y="4946826"/>
            <a:ext cx="12192000" cy="27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1164932" y="6580576"/>
            <a:ext cx="2222901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H="1" flipV="1">
            <a:off x="1164932" y="5093522"/>
            <a:ext cx="17640" cy="1487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1530682" y="5719304"/>
            <a:ext cx="267854" cy="84974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2077897" y="6523330"/>
            <a:ext cx="120468" cy="4571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575012" y="5517654"/>
            <a:ext cx="8159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B0F0"/>
                </a:solidFill>
              </a:rPr>
              <a:t>2.35</a:t>
            </a:r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 smtClean="0">
                <a:solidFill>
                  <a:srgbClr val="FF0000"/>
                </a:solidFill>
              </a:rPr>
              <a:t>0.40</a:t>
            </a:r>
            <a:endParaRPr 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32" name="Straight Arrow Connector 131"/>
          <p:cNvCxnSpPr>
            <a:stCxn id="127" idx="0"/>
          </p:cNvCxnSpPr>
          <p:nvPr/>
        </p:nvCxnSpPr>
        <p:spPr>
          <a:xfrm flipH="1">
            <a:off x="1151952" y="5719304"/>
            <a:ext cx="5126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 flipH="1">
            <a:off x="1182572" y="6523330"/>
            <a:ext cx="9462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5-Point Star 137"/>
          <p:cNvSpPr/>
          <p:nvPr/>
        </p:nvSpPr>
        <p:spPr>
          <a:xfrm>
            <a:off x="8176033" y="5467187"/>
            <a:ext cx="684806" cy="895513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/>
          <p:cNvSpPr txBox="1"/>
          <p:nvPr/>
        </p:nvSpPr>
        <p:spPr>
          <a:xfrm>
            <a:off x="7880430" y="5069925"/>
            <a:ext cx="3938380" cy="15936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0" name="Equal 139"/>
          <p:cNvSpPr/>
          <p:nvPr/>
        </p:nvSpPr>
        <p:spPr>
          <a:xfrm>
            <a:off x="9305925" y="5758255"/>
            <a:ext cx="806893" cy="410251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10677492" y="5708883"/>
            <a:ext cx="608508" cy="45267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/>
          <p:cNvSpPr txBox="1"/>
          <p:nvPr/>
        </p:nvSpPr>
        <p:spPr>
          <a:xfrm>
            <a:off x="5216440" y="5667145"/>
            <a:ext cx="1727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3200" b="1" dirty="0" smtClean="0"/>
              <a:t>&gt;</a:t>
            </a:r>
            <a:r>
              <a:rPr lang="en-US" dirty="0" smtClean="0"/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8187" y="1809583"/>
            <a:ext cx="126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(0.47)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7786895" y="1828462"/>
            <a:ext cx="126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(2.5)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4273912" y="1823762"/>
            <a:ext cx="126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773661" y="4188555"/>
            <a:ext cx="126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(0.53)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4060296" y="4182516"/>
            <a:ext cx="126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(0.2)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7639483" y="4188555"/>
            <a:ext cx="126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(3.8)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1552017" y="5442849"/>
            <a:ext cx="220475" cy="1496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 flipV="1">
            <a:off x="2064699" y="6291709"/>
            <a:ext cx="133666" cy="1214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774706" y="5834384"/>
            <a:ext cx="467562" cy="27011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flipV="1">
            <a:off x="5947448" y="5847914"/>
            <a:ext cx="207316" cy="2564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/>
          <p:cNvSpPr/>
          <p:nvPr/>
        </p:nvSpPr>
        <p:spPr>
          <a:xfrm rot="10800000" flipH="1" flipV="1">
            <a:off x="6529127" y="5875832"/>
            <a:ext cx="1022233" cy="23959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/>
          <p:cNvSpPr/>
          <p:nvPr/>
        </p:nvSpPr>
        <p:spPr>
          <a:xfrm rot="10800000" flipH="1" flipV="1">
            <a:off x="3082250" y="5875832"/>
            <a:ext cx="1022233" cy="23959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7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C0B2F-A83E-FFDC-DE3A-5ACA8374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5FBEFF-E8D4-3A17-B542-99847239D7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decision tree classifier</a:t>
            </a:r>
          </a:p>
        </p:txBody>
      </p:sp>
    </p:spTree>
    <p:extLst>
      <p:ext uri="{BB962C8B-B14F-4D97-AF65-F5344CB8AC3E}">
        <p14:creationId xmlns:p14="http://schemas.microsoft.com/office/powerpoint/2010/main" val="121683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3BEF02-B977-8963-764F-268FBCB97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6487" y="323385"/>
            <a:ext cx="5170449" cy="1380080"/>
          </a:xfrm>
        </p:spPr>
        <p:txBody>
          <a:bodyPr/>
          <a:lstStyle/>
          <a:p>
            <a:r>
              <a:rPr lang="en-GB" dirty="0"/>
              <a:t>1. fit()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Ink 94"/>
              <p14:cNvContentPartPr/>
              <p14:nvPr/>
            </p14:nvContentPartPr>
            <p14:xfrm>
              <a:off x="13771818" y="2932657"/>
              <a:ext cx="312480" cy="155052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3818" y="2914657"/>
                <a:ext cx="348480" cy="1586520"/>
              </a:xfrm>
              <a:prstGeom prst="rect">
                <a:avLst/>
              </a:prstGeom>
            </p:spPr>
          </p:pic>
        </mc:Fallback>
      </mc:AlternateContent>
      <p:sp>
        <p:nvSpPr>
          <p:cNvPr id="145" name="TextBox 144"/>
          <p:cNvSpPr txBox="1"/>
          <p:nvPr/>
        </p:nvSpPr>
        <p:spPr>
          <a:xfrm>
            <a:off x="8750919" y="3972735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6" name="Rectangle 145"/>
          <p:cNvSpPr/>
          <p:nvPr/>
        </p:nvSpPr>
        <p:spPr>
          <a:xfrm>
            <a:off x="9603982" y="45339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9660667" y="57625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11100173" y="4533903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Cloud 169"/>
          <p:cNvSpPr/>
          <p:nvPr/>
        </p:nvSpPr>
        <p:spPr>
          <a:xfrm>
            <a:off x="11156859" y="4437258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ardrop 176"/>
          <p:cNvSpPr/>
          <p:nvPr/>
        </p:nvSpPr>
        <p:spPr>
          <a:xfrm rot="8744899">
            <a:off x="11050743" y="5737885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Cloud 177"/>
          <p:cNvSpPr/>
          <p:nvPr/>
        </p:nvSpPr>
        <p:spPr>
          <a:xfrm>
            <a:off x="11156133" y="5668540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0" name="Ink 179"/>
              <p14:cNvContentPartPr/>
              <p14:nvPr/>
            </p14:nvContentPartPr>
            <p14:xfrm>
              <a:off x="11131000" y="5813507"/>
              <a:ext cx="178560" cy="24552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13000" y="5795507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8" name="Chart 27"/>
          <p:cNvGraphicFramePr/>
          <p:nvPr>
            <p:extLst/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3670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Ink 94"/>
              <p14:cNvContentPartPr/>
              <p14:nvPr/>
            </p14:nvContentPartPr>
            <p14:xfrm>
              <a:off x="13771818" y="2932657"/>
              <a:ext cx="312480" cy="155052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3818" y="2914657"/>
                <a:ext cx="348480" cy="1586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745649235"/>
              </p:ext>
            </p:extLst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0429" y="1009935"/>
            <a:ext cx="353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8110025" y="5605009"/>
            <a:ext cx="353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2416" y="6119177"/>
            <a:ext cx="326454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1" dirty="0"/>
              <a:t>X</a:t>
            </a:r>
            <a:r>
              <a:rPr lang="en-US" sz="4000" b="1" dirty="0" smtClean="0"/>
              <a:t> &gt; 2.6 ?</a:t>
            </a:r>
            <a:endParaRPr lang="en-US" sz="4000" b="1" dirty="0"/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4759133" y="2004291"/>
            <a:ext cx="13619" cy="3671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54042" y="5666321"/>
            <a:ext cx="73767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F1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2522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E59D-04D0-EE4F-A955-69EFFD9E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H="1">
            <a:off x="5578765" y="2752436"/>
            <a:ext cx="18472" cy="3329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948872" y="2752436"/>
            <a:ext cx="7315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948872" y="2752436"/>
            <a:ext cx="0" cy="3329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264073" y="2752436"/>
            <a:ext cx="0" cy="3329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1930400" y="6082145"/>
            <a:ext cx="7333673" cy="138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98255" y="2918814"/>
            <a:ext cx="1219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  <a:r>
              <a:rPr lang="en-US" b="1" dirty="0" smtClean="0"/>
              <a:t> &lt; 2.6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828147" y="2918814"/>
            <a:ext cx="1219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  <a:r>
              <a:rPr lang="en-US" b="1" dirty="0" smtClean="0"/>
              <a:t> &gt; 2.6</a:t>
            </a:r>
            <a:endParaRPr lang="en-US" b="1" dirty="0"/>
          </a:p>
        </p:txBody>
      </p:sp>
      <p:sp>
        <p:nvSpPr>
          <p:cNvPr id="22" name="Oval 21"/>
          <p:cNvSpPr/>
          <p:nvPr/>
        </p:nvSpPr>
        <p:spPr>
          <a:xfrm>
            <a:off x="2092620" y="3582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037980" y="405823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553655" y="3582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013216" y="3582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475585" y="3582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908593" y="3582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502052" y="405823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954623" y="405823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417455" y="405823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801180" y="359148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5744495" y="405823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260242" y="3582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717823" y="359148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7180887" y="3582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208567" y="405823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661138" y="405823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7123970" y="405823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859421" y="783768"/>
            <a:ext cx="326454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1" dirty="0"/>
              <a:t>X</a:t>
            </a:r>
            <a:r>
              <a:rPr lang="en-US" sz="4000" b="1" dirty="0" smtClean="0"/>
              <a:t> &gt; 2.6 ?</a:t>
            </a:r>
            <a:endParaRPr lang="en-US" sz="4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5199435" y="124815"/>
            <a:ext cx="73767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F1</a:t>
            </a:r>
            <a:endParaRPr lang="en-US" sz="2400" b="1" dirty="0"/>
          </a:p>
        </p:txBody>
      </p:sp>
      <p:sp>
        <p:nvSpPr>
          <p:cNvPr id="44" name="Oval 43"/>
          <p:cNvSpPr/>
          <p:nvPr/>
        </p:nvSpPr>
        <p:spPr>
          <a:xfrm>
            <a:off x="4309346" y="3582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850532" y="405247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6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Ink 94"/>
              <p14:cNvContentPartPr/>
              <p14:nvPr/>
            </p14:nvContentPartPr>
            <p14:xfrm>
              <a:off x="13771818" y="2932657"/>
              <a:ext cx="312480" cy="155052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3818" y="2914657"/>
                <a:ext cx="348480" cy="1586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2513757130"/>
              </p:ext>
            </p:extLst>
          </p:nvPr>
        </p:nvGraphicFramePr>
        <p:xfrm>
          <a:off x="852513" y="1013179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0429" y="1009935"/>
            <a:ext cx="353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8110025" y="5605009"/>
            <a:ext cx="353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6698" y="6234181"/>
            <a:ext cx="11663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  <a:r>
              <a:rPr lang="en-US" b="1" dirty="0" smtClean="0"/>
              <a:t> &gt; 2.6 </a:t>
            </a:r>
            <a:endParaRPr lang="en-US" b="1" dirty="0"/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4759133" y="2004291"/>
            <a:ext cx="13619" cy="3671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90876" y="5852986"/>
            <a:ext cx="73767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F1</a:t>
            </a:r>
            <a:endParaRPr lang="en-US" sz="2400" b="1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284559" y="3840131"/>
            <a:ext cx="7179215" cy="16367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50698" y="3625188"/>
            <a:ext cx="1166330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Y</a:t>
            </a:r>
            <a:r>
              <a:rPr lang="en-US" b="1" dirty="0" smtClean="0">
                <a:solidFill>
                  <a:srgbClr val="FFC000"/>
                </a:solidFill>
              </a:rPr>
              <a:t> &gt; 0.4 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77177" y="3238889"/>
            <a:ext cx="73767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C000"/>
                </a:solidFill>
              </a:rPr>
              <a:t>F2</a:t>
            </a:r>
            <a:endParaRPr lang="en-US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6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4310770" y="5090173"/>
            <a:ext cx="28210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  <a:r>
              <a:rPr lang="en-US" b="1" dirty="0" smtClean="0"/>
              <a:t> &gt; 2.6 &amp; Y &lt; 0.4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830826" y="5090173"/>
            <a:ext cx="27920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  <a:r>
              <a:rPr lang="en-US" b="1" dirty="0" smtClean="0"/>
              <a:t> &gt; 2.6 &amp; Y &gt; 0.4</a:t>
            </a:r>
            <a:endParaRPr lang="en-US" b="1" dirty="0"/>
          </a:p>
        </p:txBody>
      </p:sp>
      <p:sp>
        <p:nvSpPr>
          <p:cNvPr id="41" name="Oval 40"/>
          <p:cNvSpPr/>
          <p:nvPr/>
        </p:nvSpPr>
        <p:spPr>
          <a:xfrm>
            <a:off x="4519608" y="5867489"/>
            <a:ext cx="201614" cy="166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462670" y="6262035"/>
            <a:ext cx="315490" cy="2280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828162" y="5867489"/>
            <a:ext cx="201614" cy="166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8100142" y="5795156"/>
            <a:ext cx="201614" cy="166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8042953" y="6262033"/>
            <a:ext cx="315490" cy="2280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8559204" y="5786396"/>
            <a:ext cx="201614" cy="166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7039148" y="4214038"/>
            <a:ext cx="142738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Y</a:t>
            </a:r>
            <a:r>
              <a:rPr lang="en-US" sz="1600" b="1" dirty="0" smtClean="0"/>
              <a:t> &gt; 0.4 ? </a:t>
            </a:r>
            <a:endParaRPr lang="en-US" sz="160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7415713" y="3774744"/>
            <a:ext cx="741074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F2</a:t>
            </a:r>
            <a:endParaRPr lang="en-US" sz="2400" b="1" dirty="0"/>
          </a:p>
        </p:txBody>
      </p:sp>
      <p:cxnSp>
        <p:nvCxnSpPr>
          <p:cNvPr id="92" name="Straight Connector 91"/>
          <p:cNvCxnSpPr/>
          <p:nvPr/>
        </p:nvCxnSpPr>
        <p:spPr>
          <a:xfrm>
            <a:off x="7232073" y="4821382"/>
            <a:ext cx="29616" cy="2036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>
            <a:off x="3842328" y="4821382"/>
            <a:ext cx="69734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3841235" y="4821382"/>
            <a:ext cx="29616" cy="2036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10815782" y="4821382"/>
            <a:ext cx="29616" cy="2036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Down Arrow 100"/>
          <p:cNvSpPr/>
          <p:nvPr/>
        </p:nvSpPr>
        <p:spPr>
          <a:xfrm rot="19621517">
            <a:off x="6870655" y="3291551"/>
            <a:ext cx="271205" cy="7761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1507538" y="1322633"/>
            <a:ext cx="1219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  <a:r>
              <a:rPr lang="en-US" b="1" dirty="0" smtClean="0"/>
              <a:t> &lt; 2.6</a:t>
            </a:r>
            <a:endParaRPr lang="en-US" b="1" dirty="0"/>
          </a:p>
        </p:txBody>
      </p:sp>
      <p:sp>
        <p:nvSpPr>
          <p:cNvPr id="103" name="Oval 102"/>
          <p:cNvSpPr/>
          <p:nvPr/>
        </p:nvSpPr>
        <p:spPr>
          <a:xfrm>
            <a:off x="1401903" y="198654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347263" y="246204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1862938" y="198654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2322499" y="198654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2784868" y="198654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3217876" y="198654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1811335" y="246204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2263906" y="246204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2726738" y="246204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3618629" y="198654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159815" y="245629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5485686" y="1322633"/>
            <a:ext cx="1219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  <a:r>
              <a:rPr lang="en-US" b="1" dirty="0" smtClean="0"/>
              <a:t> &gt; 2.6</a:t>
            </a:r>
            <a:endParaRPr lang="en-US" b="1" dirty="0"/>
          </a:p>
        </p:txBody>
      </p:sp>
      <p:sp>
        <p:nvSpPr>
          <p:cNvPr id="115" name="Oval 114"/>
          <p:cNvSpPr/>
          <p:nvPr/>
        </p:nvSpPr>
        <p:spPr>
          <a:xfrm>
            <a:off x="5458719" y="199530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5402034" y="246204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5917781" y="198654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6375362" y="199530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6838426" y="198654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5866106" y="246204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6318677" y="246204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6781509" y="246204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Connector 123"/>
          <p:cNvCxnSpPr/>
          <p:nvPr/>
        </p:nvCxnSpPr>
        <p:spPr>
          <a:xfrm>
            <a:off x="4314300" y="606817"/>
            <a:ext cx="29616" cy="26553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 flipH="1">
            <a:off x="777865" y="3262146"/>
            <a:ext cx="35660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 flipV="1">
            <a:off x="4343916" y="3262145"/>
            <a:ext cx="339083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 flipH="1" flipV="1">
            <a:off x="7692368" y="606817"/>
            <a:ext cx="12770" cy="26734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 flipH="1">
            <a:off x="4310770" y="606817"/>
            <a:ext cx="33815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 flipV="1">
            <a:off x="777865" y="606817"/>
            <a:ext cx="37365" cy="26553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815230" y="615889"/>
            <a:ext cx="3495540" cy="3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3618629" y="196048"/>
            <a:ext cx="129710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X</a:t>
            </a:r>
            <a:r>
              <a:rPr lang="en-US" sz="1600" b="1" dirty="0" smtClean="0"/>
              <a:t> &gt; 2.6 ?</a:t>
            </a:r>
            <a:endParaRPr lang="en-US" sz="1600" b="1" dirty="0"/>
          </a:p>
        </p:txBody>
      </p:sp>
      <p:sp>
        <p:nvSpPr>
          <p:cNvPr id="147" name="TextBox 146"/>
          <p:cNvSpPr txBox="1"/>
          <p:nvPr/>
        </p:nvSpPr>
        <p:spPr>
          <a:xfrm>
            <a:off x="3049763" y="-39320"/>
            <a:ext cx="73767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F1</a:t>
            </a:r>
            <a:endParaRPr lang="en-US" sz="2400" b="1" dirty="0"/>
          </a:p>
        </p:txBody>
      </p:sp>
      <p:sp>
        <p:nvSpPr>
          <p:cNvPr id="49" name="Rectangle 48"/>
          <p:cNvSpPr/>
          <p:nvPr/>
        </p:nvSpPr>
        <p:spPr>
          <a:xfrm>
            <a:off x="8559204" y="6255785"/>
            <a:ext cx="315490" cy="2280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9069123" y="6262032"/>
            <a:ext cx="315490" cy="2280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2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ECCC-F66D-A108-F39B-3E453BD01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e 22"/>
          <p:cNvSpPr/>
          <p:nvPr/>
        </p:nvSpPr>
        <p:spPr>
          <a:xfrm rot="5400000">
            <a:off x="7620150" y="2101210"/>
            <a:ext cx="1514764" cy="1542473"/>
          </a:xfrm>
          <a:prstGeom prst="pie">
            <a:avLst>
              <a:gd name="adj1" fmla="val 0"/>
              <a:gd name="adj2" fmla="val 108026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Pie 23"/>
          <p:cNvSpPr/>
          <p:nvPr/>
        </p:nvSpPr>
        <p:spPr>
          <a:xfrm rot="16200000">
            <a:off x="7620151" y="2101210"/>
            <a:ext cx="1514764" cy="1542473"/>
          </a:xfrm>
          <a:prstGeom prst="pie">
            <a:avLst>
              <a:gd name="adj1" fmla="val 0"/>
              <a:gd name="adj2" fmla="val 1080267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4950691" y="369455"/>
            <a:ext cx="1293091" cy="10529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061527" y="711261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X &gt; 2.6</a:t>
            </a:r>
            <a:endParaRPr lang="en-US" b="1" dirty="0"/>
          </a:p>
        </p:txBody>
      </p:sp>
      <p:cxnSp>
        <p:nvCxnSpPr>
          <p:cNvPr id="5" name="Straight Arrow Connector 4"/>
          <p:cNvCxnSpPr>
            <a:stCxn id="2" idx="3"/>
            <a:endCxn id="6" idx="7"/>
          </p:cNvCxnSpPr>
          <p:nvPr/>
        </p:nvCxnSpPr>
        <p:spPr>
          <a:xfrm flipH="1">
            <a:off x="3277227" y="1268200"/>
            <a:ext cx="1862833" cy="10567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082822" y="2161309"/>
            <a:ext cx="1399332" cy="1117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82822" y="2503115"/>
            <a:ext cx="149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X &lt; 2.6 ?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731135" y="2662056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X &gt; 2.6 ?</a:t>
            </a:r>
            <a:endParaRPr lang="en-US" b="1" dirty="0"/>
          </a:p>
        </p:txBody>
      </p:sp>
      <p:cxnSp>
        <p:nvCxnSpPr>
          <p:cNvPr id="12" name="Straight Arrow Connector 11"/>
          <p:cNvCxnSpPr>
            <a:stCxn id="2" idx="5"/>
          </p:cNvCxnSpPr>
          <p:nvPr/>
        </p:nvCxnSpPr>
        <p:spPr>
          <a:xfrm>
            <a:off x="6054413" y="1268200"/>
            <a:ext cx="1725465" cy="10843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839711" y="5006810"/>
            <a:ext cx="1399332" cy="11176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798229" y="5146466"/>
            <a:ext cx="149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 &lt; 2.6 ?</a:t>
            </a:r>
            <a:endParaRPr lang="en-US" b="1" dirty="0"/>
          </a:p>
        </p:txBody>
      </p:sp>
      <p:sp>
        <p:nvSpPr>
          <p:cNvPr id="27" name="Oval 26"/>
          <p:cNvSpPr/>
          <p:nvPr/>
        </p:nvSpPr>
        <p:spPr>
          <a:xfrm>
            <a:off x="5945864" y="4992351"/>
            <a:ext cx="1399332" cy="1117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950629" y="5298866"/>
            <a:ext cx="149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</a:t>
            </a:r>
            <a:r>
              <a:rPr lang="en-US" b="1" dirty="0" smtClean="0"/>
              <a:t> &lt; 0.4 ?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39711" y="5366485"/>
            <a:ext cx="149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</a:t>
            </a:r>
            <a:r>
              <a:rPr lang="en-US" b="1" dirty="0" smtClean="0"/>
              <a:t> &gt; 0.4 ?</a:t>
            </a:r>
            <a:endParaRPr lang="en-US" b="1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6897594" y="3484242"/>
            <a:ext cx="1071074" cy="1538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25" idx="0"/>
          </p:cNvCxnSpPr>
          <p:nvPr/>
        </p:nvCxnSpPr>
        <p:spPr>
          <a:xfrm>
            <a:off x="8976978" y="3317077"/>
            <a:ext cx="1562399" cy="16897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123396" y="1513544"/>
            <a:ext cx="175492" cy="19441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2339597" y="1349856"/>
            <a:ext cx="2049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r>
              <a:rPr lang="en-US" sz="3200" b="1" dirty="0" smtClean="0"/>
              <a:t>=</a:t>
            </a:r>
            <a:endParaRPr lang="en-US" sz="32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4712422" y="5920640"/>
            <a:ext cx="2049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r>
              <a:rPr lang="en-US" sz="3200" b="1" dirty="0" smtClean="0"/>
              <a:t>=</a:t>
            </a:r>
            <a:endParaRPr lang="en-US" sz="3200" b="1" dirty="0"/>
          </a:p>
        </p:txBody>
      </p:sp>
      <p:sp>
        <p:nvSpPr>
          <p:cNvPr id="41" name="Oval 40"/>
          <p:cNvSpPr/>
          <p:nvPr/>
        </p:nvSpPr>
        <p:spPr>
          <a:xfrm>
            <a:off x="5570824" y="61405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9189436" y="6167587"/>
            <a:ext cx="2049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r>
              <a:rPr lang="en-US" sz="3200" b="1" dirty="0" smtClean="0"/>
              <a:t>=</a:t>
            </a:r>
            <a:endParaRPr lang="en-US" sz="3200" b="1" dirty="0"/>
          </a:p>
        </p:txBody>
      </p:sp>
      <p:sp>
        <p:nvSpPr>
          <p:cNvPr id="43" name="Rectangle 42"/>
          <p:cNvSpPr/>
          <p:nvPr/>
        </p:nvSpPr>
        <p:spPr>
          <a:xfrm>
            <a:off x="9996058" y="6324435"/>
            <a:ext cx="314093" cy="19355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486107" y="135740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796829" y="134452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133212" y="134452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409195" y="135740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1709763" y="135740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2047565" y="1353065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146813" y="1690258"/>
            <a:ext cx="160018" cy="159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817181" y="1690258"/>
            <a:ext cx="160018" cy="159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06459" y="1690258"/>
            <a:ext cx="160018" cy="159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1429547" y="1682988"/>
            <a:ext cx="160018" cy="159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1729406" y="1682988"/>
            <a:ext cx="160018" cy="159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228060" y="988228"/>
            <a:ext cx="2321909" cy="11268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" name="Oval 69"/>
          <p:cNvSpPr/>
          <p:nvPr/>
        </p:nvSpPr>
        <p:spPr>
          <a:xfrm>
            <a:off x="9318475" y="159310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9629197" y="15802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9965580" y="15802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10241563" y="1593106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9979181" y="1925960"/>
            <a:ext cx="160018" cy="159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9649549" y="1925960"/>
            <a:ext cx="160018" cy="159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9338827" y="1925960"/>
            <a:ext cx="160018" cy="159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10261915" y="1918690"/>
            <a:ext cx="160018" cy="159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9148769" y="1285075"/>
            <a:ext cx="1477818" cy="11268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10421933" y="1659821"/>
            <a:ext cx="2049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r>
              <a:rPr lang="en-US" sz="3200" b="1" dirty="0" smtClean="0"/>
              <a:t>=</a:t>
            </a:r>
            <a:endParaRPr lang="en-US" sz="3200" b="1" dirty="0"/>
          </a:p>
        </p:txBody>
      </p:sp>
      <p:sp>
        <p:nvSpPr>
          <p:cNvPr id="83" name="Rectangle 82"/>
          <p:cNvSpPr/>
          <p:nvPr/>
        </p:nvSpPr>
        <p:spPr>
          <a:xfrm>
            <a:off x="11238953" y="179804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11619345" y="1492506"/>
            <a:ext cx="280405" cy="860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1923647" y="185937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394589" y="6015430"/>
            <a:ext cx="200722" cy="1416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8705311" y="6002547"/>
            <a:ext cx="200722" cy="1416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9055295" y="6348284"/>
            <a:ext cx="160018" cy="1351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8725663" y="6348284"/>
            <a:ext cx="160018" cy="1351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8414941" y="6348284"/>
            <a:ext cx="160018" cy="1351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8128327" y="5730282"/>
            <a:ext cx="1234876" cy="1090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9" name="Oval 98"/>
          <p:cNvSpPr/>
          <p:nvPr/>
        </p:nvSpPr>
        <p:spPr>
          <a:xfrm>
            <a:off x="3998121" y="5743960"/>
            <a:ext cx="200722" cy="1335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4308843" y="5731077"/>
            <a:ext cx="200722" cy="1335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018473" y="6076814"/>
            <a:ext cx="160018" cy="1274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3675242" y="5424261"/>
            <a:ext cx="1234876" cy="1090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67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38B6-C9D9-3977-C327-494888AD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167F44-7A05-B37C-1F9E-3F6E5ACA7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203063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Ink 94"/>
              <p14:cNvContentPartPr/>
              <p14:nvPr/>
            </p14:nvContentPartPr>
            <p14:xfrm>
              <a:off x="13771818" y="2932657"/>
              <a:ext cx="312480" cy="155052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3818" y="2914657"/>
                <a:ext cx="348480" cy="1586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8" name="Chart 27"/>
          <p:cNvGraphicFramePr/>
          <p:nvPr>
            <p:extLst/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0429" y="1009935"/>
            <a:ext cx="353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8110025" y="5605009"/>
            <a:ext cx="353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2416" y="6119177"/>
            <a:ext cx="326454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1" dirty="0"/>
              <a:t>X</a:t>
            </a:r>
            <a:r>
              <a:rPr lang="en-US" sz="4000" b="1" dirty="0" smtClean="0"/>
              <a:t> &gt; 2.6 ?</a:t>
            </a:r>
            <a:endParaRPr lang="en-US" sz="4000" b="1" dirty="0"/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4759133" y="2004291"/>
            <a:ext cx="13619" cy="3671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54042" y="5666321"/>
            <a:ext cx="73767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F1</a:t>
            </a:r>
            <a:endParaRPr lang="en-US" sz="2400" b="1" dirty="0"/>
          </a:p>
        </p:txBody>
      </p:sp>
      <p:sp>
        <p:nvSpPr>
          <p:cNvPr id="31" name="5-Point Star 30"/>
          <p:cNvSpPr/>
          <p:nvPr/>
        </p:nvSpPr>
        <p:spPr>
          <a:xfrm>
            <a:off x="6968962" y="408352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Equal 1"/>
          <p:cNvSpPr/>
          <p:nvPr/>
        </p:nvSpPr>
        <p:spPr>
          <a:xfrm>
            <a:off x="7721583" y="502576"/>
            <a:ext cx="519764" cy="282297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74193" y="474494"/>
            <a:ext cx="3508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b="1" dirty="0" smtClean="0"/>
              <a:t>X</a:t>
            </a:r>
            <a:r>
              <a:rPr lang="en-US" b="1" dirty="0" smtClean="0">
                <a:solidFill>
                  <a:srgbClr val="92D050"/>
                </a:solidFill>
              </a:rPr>
              <a:t> =( 3.2 ) </a:t>
            </a:r>
            <a:r>
              <a:rPr lang="en-US" b="1" dirty="0" smtClean="0"/>
              <a:t>/ </a:t>
            </a:r>
            <a:r>
              <a:rPr lang="en-US" b="1" dirty="0" smtClean="0">
                <a:solidFill>
                  <a:srgbClr val="FFC000"/>
                </a:solidFill>
              </a:rPr>
              <a:t>Y</a:t>
            </a:r>
            <a:r>
              <a:rPr lang="en-US" b="1" dirty="0" smtClean="0">
                <a:solidFill>
                  <a:srgbClr val="92D050"/>
                </a:solidFill>
              </a:rPr>
              <a:t> = (0.3)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7665" y="189569"/>
            <a:ext cx="4877387" cy="930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1315844" y="3840095"/>
            <a:ext cx="7179215" cy="16367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762344" y="3719233"/>
            <a:ext cx="1532150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Y</a:t>
            </a:r>
            <a:r>
              <a:rPr lang="en-US" b="1" dirty="0" smtClean="0">
                <a:solidFill>
                  <a:srgbClr val="FFC000"/>
                </a:solidFill>
              </a:rPr>
              <a:t> &gt; 0.4 ? 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88823" y="3332934"/>
            <a:ext cx="73767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C000"/>
                </a:solidFill>
              </a:rPr>
              <a:t>F2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40" name="5-Point Star 39"/>
          <p:cNvSpPr/>
          <p:nvPr/>
        </p:nvSpPr>
        <p:spPr>
          <a:xfrm>
            <a:off x="5544395" y="4299846"/>
            <a:ext cx="345092" cy="303087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5813659" y="4602933"/>
            <a:ext cx="0" cy="107303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0" idx="1"/>
          </p:cNvCxnSpPr>
          <p:nvPr/>
        </p:nvCxnSpPr>
        <p:spPr>
          <a:xfrm flipH="1" flipV="1">
            <a:off x="1315844" y="4404731"/>
            <a:ext cx="4228551" cy="10884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93126" y="5658754"/>
            <a:ext cx="89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(3.2)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6404" y="4220065"/>
            <a:ext cx="89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(0.3)</a:t>
            </a:r>
            <a:endParaRPr lang="en-US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41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ECCC-F66D-A108-F39B-3E453BD01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e 22"/>
          <p:cNvSpPr/>
          <p:nvPr/>
        </p:nvSpPr>
        <p:spPr>
          <a:xfrm rot="5400000">
            <a:off x="7620150" y="2101210"/>
            <a:ext cx="1514764" cy="1542473"/>
          </a:xfrm>
          <a:prstGeom prst="pie">
            <a:avLst>
              <a:gd name="adj1" fmla="val 0"/>
              <a:gd name="adj2" fmla="val 108026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Pie 23"/>
          <p:cNvSpPr/>
          <p:nvPr/>
        </p:nvSpPr>
        <p:spPr>
          <a:xfrm rot="16200000">
            <a:off x="7620151" y="2101210"/>
            <a:ext cx="1514764" cy="1542473"/>
          </a:xfrm>
          <a:prstGeom prst="pie">
            <a:avLst>
              <a:gd name="adj1" fmla="val 0"/>
              <a:gd name="adj2" fmla="val 1080267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4950691" y="369455"/>
            <a:ext cx="1293091" cy="10529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061527" y="711261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X &lt; 2.6</a:t>
            </a:r>
            <a:endParaRPr lang="en-US" b="1" dirty="0"/>
          </a:p>
        </p:txBody>
      </p:sp>
      <p:cxnSp>
        <p:nvCxnSpPr>
          <p:cNvPr id="5" name="Straight Arrow Connector 4"/>
          <p:cNvCxnSpPr>
            <a:stCxn id="2" idx="3"/>
            <a:endCxn id="6" idx="7"/>
          </p:cNvCxnSpPr>
          <p:nvPr/>
        </p:nvCxnSpPr>
        <p:spPr>
          <a:xfrm flipH="1">
            <a:off x="3277227" y="1268200"/>
            <a:ext cx="1862833" cy="10567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082822" y="2161309"/>
            <a:ext cx="1399332" cy="1117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82822" y="2503115"/>
            <a:ext cx="149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X &lt; 2.6 ?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731135" y="2662056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X &gt; 2.6 ?</a:t>
            </a:r>
            <a:endParaRPr lang="en-US" b="1" dirty="0"/>
          </a:p>
        </p:txBody>
      </p:sp>
      <p:cxnSp>
        <p:nvCxnSpPr>
          <p:cNvPr id="12" name="Straight Arrow Connector 11"/>
          <p:cNvCxnSpPr>
            <a:stCxn id="2" idx="5"/>
          </p:cNvCxnSpPr>
          <p:nvPr/>
        </p:nvCxnSpPr>
        <p:spPr>
          <a:xfrm>
            <a:off x="6054413" y="1268200"/>
            <a:ext cx="1725465" cy="10843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839711" y="5006810"/>
            <a:ext cx="1399332" cy="11176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798229" y="5146466"/>
            <a:ext cx="149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 &lt; 2.6 ?</a:t>
            </a:r>
            <a:endParaRPr lang="en-US" b="1" dirty="0"/>
          </a:p>
        </p:txBody>
      </p:sp>
      <p:sp>
        <p:nvSpPr>
          <p:cNvPr id="27" name="Oval 26"/>
          <p:cNvSpPr/>
          <p:nvPr/>
        </p:nvSpPr>
        <p:spPr>
          <a:xfrm>
            <a:off x="5945864" y="4992351"/>
            <a:ext cx="1399332" cy="1117600"/>
          </a:xfrm>
          <a:prstGeom prst="ellipse">
            <a:avLst/>
          </a:prstGeom>
          <a:solidFill>
            <a:srgbClr val="FF0000"/>
          </a:solidFill>
          <a:effectLst>
            <a:glow rad="2286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950629" y="5298866"/>
            <a:ext cx="149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</a:t>
            </a:r>
            <a:r>
              <a:rPr lang="en-US" b="1" dirty="0" smtClean="0"/>
              <a:t> &lt; 0.4 ?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39711" y="5366485"/>
            <a:ext cx="149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</a:t>
            </a:r>
            <a:r>
              <a:rPr lang="en-US" b="1" dirty="0" smtClean="0"/>
              <a:t> &gt; 0.4 ?</a:t>
            </a:r>
            <a:endParaRPr lang="en-US" b="1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6897594" y="3484242"/>
            <a:ext cx="1071074" cy="1538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25" idx="0"/>
          </p:cNvCxnSpPr>
          <p:nvPr/>
        </p:nvCxnSpPr>
        <p:spPr>
          <a:xfrm>
            <a:off x="8976978" y="3317077"/>
            <a:ext cx="1562399" cy="16897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60865" y="6060875"/>
            <a:ext cx="2049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r>
              <a:rPr lang="en-US" sz="3200" b="1" dirty="0" smtClean="0"/>
              <a:t>=</a:t>
            </a:r>
            <a:endParaRPr lang="en-US" sz="32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8945194" y="6026319"/>
            <a:ext cx="2049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endParaRPr lang="en-US" sz="3200" b="1" dirty="0"/>
          </a:p>
        </p:txBody>
      </p:sp>
      <p:sp>
        <p:nvSpPr>
          <p:cNvPr id="8" name="Equal 7"/>
          <p:cNvSpPr/>
          <p:nvPr/>
        </p:nvSpPr>
        <p:spPr>
          <a:xfrm>
            <a:off x="1405508" y="369455"/>
            <a:ext cx="660422" cy="374259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2137" y="325751"/>
            <a:ext cx="78509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3.2</a:t>
            </a:r>
            <a:endParaRPr lang="en-US" sz="2400" b="1" dirty="0"/>
          </a:p>
        </p:txBody>
      </p:sp>
      <p:sp>
        <p:nvSpPr>
          <p:cNvPr id="32" name="5-Point Star 31"/>
          <p:cNvSpPr/>
          <p:nvPr/>
        </p:nvSpPr>
        <p:spPr>
          <a:xfrm>
            <a:off x="6419981" y="592669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897594" y="1080593"/>
            <a:ext cx="1174988" cy="102922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7289881" y="3737910"/>
            <a:ext cx="949832" cy="128528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44508" y="669500"/>
            <a:ext cx="3629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 (X)= 3.2 &amp; (Y) = 0.3 )</a:t>
            </a:r>
            <a:endParaRPr lang="en-US" b="1" dirty="0"/>
          </a:p>
        </p:txBody>
      </p:sp>
      <p:sp>
        <p:nvSpPr>
          <p:cNvPr id="44" name="5-Point Star 43"/>
          <p:cNvSpPr/>
          <p:nvPr/>
        </p:nvSpPr>
        <p:spPr>
          <a:xfrm>
            <a:off x="1030570" y="6149239"/>
            <a:ext cx="485963" cy="406687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18207" y="294973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X</a:t>
            </a:r>
            <a:endParaRPr lang="en-US" sz="2800" dirty="0"/>
          </a:p>
        </p:txBody>
      </p:sp>
      <p:cxnSp>
        <p:nvCxnSpPr>
          <p:cNvPr id="45" name="Straight Arrow Connector 44"/>
          <p:cNvCxnSpPr/>
          <p:nvPr/>
        </p:nvCxnSpPr>
        <p:spPr>
          <a:xfrm flipH="1">
            <a:off x="3824543" y="5663950"/>
            <a:ext cx="2047504" cy="39692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79546" y="5764065"/>
            <a:ext cx="2974109" cy="981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224031" y="6254915"/>
            <a:ext cx="330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b="1" dirty="0" smtClean="0"/>
              <a:t>( X &gt; 2.6 &amp; Y &lt; 0.4 )</a:t>
            </a:r>
            <a:endParaRPr lang="en-US" b="1" dirty="0"/>
          </a:p>
        </p:txBody>
      </p:sp>
      <p:sp>
        <p:nvSpPr>
          <p:cNvPr id="35" name="Oval 34"/>
          <p:cNvSpPr/>
          <p:nvPr/>
        </p:nvSpPr>
        <p:spPr>
          <a:xfrm>
            <a:off x="2755365" y="6254915"/>
            <a:ext cx="361166" cy="2814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qual 35"/>
          <p:cNvSpPr/>
          <p:nvPr/>
        </p:nvSpPr>
        <p:spPr>
          <a:xfrm>
            <a:off x="1400515" y="941758"/>
            <a:ext cx="660422" cy="374259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87144" y="898054"/>
            <a:ext cx="78509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0.3</a:t>
            </a:r>
            <a:endParaRPr lang="en-US" sz="2400" b="1" dirty="0"/>
          </a:p>
        </p:txBody>
      </p:sp>
      <p:sp>
        <p:nvSpPr>
          <p:cNvPr id="38" name="Rectangle 37"/>
          <p:cNvSpPr/>
          <p:nvPr/>
        </p:nvSpPr>
        <p:spPr>
          <a:xfrm>
            <a:off x="713214" y="867276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Y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25821" y="168166"/>
            <a:ext cx="2946413" cy="12542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0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7D8B-C10F-8212-C86A-1AF91980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3A23FF-74C7-3BAB-7D6E-CD451A4ED0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ensemble classifier</a:t>
            </a:r>
          </a:p>
        </p:txBody>
      </p:sp>
    </p:spTree>
    <p:extLst>
      <p:ext uri="{BB962C8B-B14F-4D97-AF65-F5344CB8AC3E}">
        <p14:creationId xmlns:p14="http://schemas.microsoft.com/office/powerpoint/2010/main" val="22451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3BEF02-B977-8963-764F-268FBCB97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6487" y="323385"/>
            <a:ext cx="5170449" cy="1380080"/>
          </a:xfrm>
        </p:spPr>
        <p:txBody>
          <a:bodyPr/>
          <a:lstStyle/>
          <a:p>
            <a:r>
              <a:rPr lang="en-GB" dirty="0"/>
              <a:t>1. fit()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Ink 94"/>
              <p14:cNvContentPartPr/>
              <p14:nvPr/>
            </p14:nvContentPartPr>
            <p14:xfrm>
              <a:off x="13771818" y="2932657"/>
              <a:ext cx="312480" cy="155052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3818" y="2914657"/>
                <a:ext cx="348480" cy="1586520"/>
              </a:xfrm>
              <a:prstGeom prst="rect">
                <a:avLst/>
              </a:prstGeom>
            </p:spPr>
          </p:pic>
        </mc:Fallback>
      </mc:AlternateContent>
      <p:sp>
        <p:nvSpPr>
          <p:cNvPr id="145" name="TextBox 144"/>
          <p:cNvSpPr txBox="1"/>
          <p:nvPr/>
        </p:nvSpPr>
        <p:spPr>
          <a:xfrm>
            <a:off x="8750919" y="3972735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6" name="Rectangle 145"/>
          <p:cNvSpPr/>
          <p:nvPr/>
        </p:nvSpPr>
        <p:spPr>
          <a:xfrm>
            <a:off x="9603982" y="45339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9660667" y="57625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11100173" y="4533903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Cloud 169"/>
          <p:cNvSpPr/>
          <p:nvPr/>
        </p:nvSpPr>
        <p:spPr>
          <a:xfrm>
            <a:off x="11156859" y="4437258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ardrop 176"/>
          <p:cNvSpPr/>
          <p:nvPr/>
        </p:nvSpPr>
        <p:spPr>
          <a:xfrm rot="8744899">
            <a:off x="11050743" y="5737885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Cloud 177"/>
          <p:cNvSpPr/>
          <p:nvPr/>
        </p:nvSpPr>
        <p:spPr>
          <a:xfrm>
            <a:off x="11156133" y="5668540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0" name="Ink 179"/>
              <p14:cNvContentPartPr/>
              <p14:nvPr/>
            </p14:nvContentPartPr>
            <p14:xfrm>
              <a:off x="11131000" y="5813507"/>
              <a:ext cx="178560" cy="24552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13000" y="5795507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8" name="Chart 27"/>
          <p:cNvGraphicFramePr/>
          <p:nvPr>
            <p:extLst/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10709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4093736" y="0"/>
            <a:ext cx="10229" cy="5430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25843" y="0"/>
            <a:ext cx="105357" cy="5449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43156" y="166579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M1 - KNN</a:t>
            </a:r>
            <a:endParaRPr lang="en-US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429103" y="166579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 M2 - NB</a:t>
            </a:r>
            <a:endParaRPr lang="en-US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830954" y="166579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M3 - DT</a:t>
            </a:r>
            <a:endParaRPr lang="en-US" b="1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109" y="1007131"/>
            <a:ext cx="3812891" cy="4215029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-6258" y="5402198"/>
            <a:ext cx="12192000" cy="36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evron 29"/>
          <p:cNvSpPr/>
          <p:nvPr/>
        </p:nvSpPr>
        <p:spPr>
          <a:xfrm rot="1411804">
            <a:off x="2058973" y="5566592"/>
            <a:ext cx="424873" cy="244129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Chevron 30"/>
          <p:cNvSpPr/>
          <p:nvPr/>
        </p:nvSpPr>
        <p:spPr>
          <a:xfrm rot="1448079">
            <a:off x="2657408" y="5818438"/>
            <a:ext cx="424873" cy="244129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hevron 32"/>
          <p:cNvSpPr/>
          <p:nvPr/>
        </p:nvSpPr>
        <p:spPr>
          <a:xfrm rot="9132621">
            <a:off x="9339689" y="5620183"/>
            <a:ext cx="424873" cy="244129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hevron 34"/>
          <p:cNvSpPr/>
          <p:nvPr/>
        </p:nvSpPr>
        <p:spPr>
          <a:xfrm rot="8745388">
            <a:off x="8702846" y="5950639"/>
            <a:ext cx="424873" cy="244129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Chevron 35"/>
          <p:cNvSpPr/>
          <p:nvPr/>
        </p:nvSpPr>
        <p:spPr>
          <a:xfrm rot="9161237">
            <a:off x="8162358" y="6236625"/>
            <a:ext cx="424873" cy="244129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557356" y="5639434"/>
            <a:ext cx="5998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/>
              <a:t>U</a:t>
            </a:r>
          </a:p>
        </p:txBody>
      </p:sp>
      <p:sp>
        <p:nvSpPr>
          <p:cNvPr id="39" name="Chevron 38"/>
          <p:cNvSpPr/>
          <p:nvPr/>
        </p:nvSpPr>
        <p:spPr>
          <a:xfrm rot="642093">
            <a:off x="3247091" y="5938668"/>
            <a:ext cx="424873" cy="3177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Chevron 39"/>
          <p:cNvSpPr/>
          <p:nvPr/>
        </p:nvSpPr>
        <p:spPr>
          <a:xfrm rot="642093">
            <a:off x="3954632" y="6085410"/>
            <a:ext cx="424873" cy="3177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Chevron 40"/>
          <p:cNvSpPr/>
          <p:nvPr/>
        </p:nvSpPr>
        <p:spPr>
          <a:xfrm rot="642093">
            <a:off x="4602342" y="6186750"/>
            <a:ext cx="424873" cy="3177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Chevron 41"/>
          <p:cNvSpPr/>
          <p:nvPr/>
        </p:nvSpPr>
        <p:spPr>
          <a:xfrm rot="10207863">
            <a:off x="7589914" y="6380151"/>
            <a:ext cx="424873" cy="258057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Chevron 42"/>
          <p:cNvSpPr/>
          <p:nvPr/>
        </p:nvSpPr>
        <p:spPr>
          <a:xfrm rot="11037627">
            <a:off x="7073176" y="6400289"/>
            <a:ext cx="424873" cy="258057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Chevron 43"/>
          <p:cNvSpPr/>
          <p:nvPr/>
        </p:nvSpPr>
        <p:spPr>
          <a:xfrm rot="11037627">
            <a:off x="6648140" y="6360014"/>
            <a:ext cx="424873" cy="258057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24134" y="5603179"/>
            <a:ext cx="74072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Chevron 33"/>
          <p:cNvSpPr/>
          <p:nvPr/>
        </p:nvSpPr>
        <p:spPr>
          <a:xfrm rot="5400000">
            <a:off x="5664755" y="5550882"/>
            <a:ext cx="424873" cy="244129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5999256" y="6244309"/>
            <a:ext cx="137988" cy="1624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5-Point Star 49"/>
          <p:cNvSpPr/>
          <p:nvPr/>
        </p:nvSpPr>
        <p:spPr>
          <a:xfrm>
            <a:off x="5862588" y="6548082"/>
            <a:ext cx="219754" cy="243115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6061930" y="6524327"/>
            <a:ext cx="652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?</a:t>
            </a:r>
            <a:endParaRPr lang="en-US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5780571" y="6425351"/>
            <a:ext cx="580467" cy="4208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258529" y="3543927"/>
            <a:ext cx="320996" cy="3253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1365772" y="3993230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310584" y="3165674"/>
            <a:ext cx="278894" cy="2657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1789352" y="2649400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716621" y="3202184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1860249" y="3543926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2140973" y="3794928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2214850" y="2915841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951614" y="2565444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2214850" y="3291182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641860" y="4065315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00" y="1156923"/>
            <a:ext cx="3978254" cy="38242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649" y="956983"/>
            <a:ext cx="4105725" cy="38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3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0EA6-1B33-ADE7-F8DF-07454BC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3BAFF0-A28B-F837-FEC1-C8B99D65A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313883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4093736" y="0"/>
            <a:ext cx="811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25843" y="0"/>
            <a:ext cx="153266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43156" y="166579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M1 - KNN</a:t>
            </a:r>
            <a:endParaRPr lang="en-US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429103" y="166579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 M2 - NB</a:t>
            </a:r>
            <a:endParaRPr lang="en-US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830954" y="166579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M3 - DT</a:t>
            </a:r>
            <a:endParaRPr lang="en-US" b="1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49" y="1007131"/>
            <a:ext cx="3812891" cy="4215029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-4188" y="5405928"/>
            <a:ext cx="12192000" cy="36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5-Point Star 31"/>
          <p:cNvSpPr/>
          <p:nvPr/>
        </p:nvSpPr>
        <p:spPr>
          <a:xfrm>
            <a:off x="504956" y="5864993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5-Point Star 46"/>
          <p:cNvSpPr/>
          <p:nvPr/>
        </p:nvSpPr>
        <p:spPr>
          <a:xfrm>
            <a:off x="4743723" y="5867676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5-Point Star 48"/>
          <p:cNvSpPr/>
          <p:nvPr/>
        </p:nvSpPr>
        <p:spPr>
          <a:xfrm>
            <a:off x="8913285" y="5858107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Equal 7"/>
          <p:cNvSpPr/>
          <p:nvPr/>
        </p:nvSpPr>
        <p:spPr>
          <a:xfrm>
            <a:off x="1122714" y="5864993"/>
            <a:ext cx="514219" cy="400050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Equal 50"/>
          <p:cNvSpPr/>
          <p:nvPr/>
        </p:nvSpPr>
        <p:spPr>
          <a:xfrm>
            <a:off x="9480495" y="5889527"/>
            <a:ext cx="514219" cy="400050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Equal 51"/>
          <p:cNvSpPr/>
          <p:nvPr/>
        </p:nvSpPr>
        <p:spPr>
          <a:xfrm>
            <a:off x="5326121" y="5929907"/>
            <a:ext cx="514219" cy="400050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014062" y="5950718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6092229" y="6022438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0161432" y="5990585"/>
            <a:ext cx="269323" cy="1979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258529" y="3543927"/>
            <a:ext cx="320996" cy="3253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365772" y="3993230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310584" y="3165674"/>
            <a:ext cx="278894" cy="2657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789352" y="2649400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716621" y="3202184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60249" y="3543926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140973" y="3794928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214850" y="2915841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51614" y="2565444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214850" y="3291182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641860" y="4065315"/>
            <a:ext cx="328166" cy="273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00" y="1156923"/>
            <a:ext cx="3978254" cy="382420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649" y="956983"/>
            <a:ext cx="4105725" cy="38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5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7919-E289-AB2B-9319-8A7E11429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-Point Star 1"/>
          <p:cNvSpPr/>
          <p:nvPr/>
        </p:nvSpPr>
        <p:spPr>
          <a:xfrm>
            <a:off x="5866227" y="73350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362299" y="0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/>
              <a:t>?</a:t>
            </a:r>
            <a:endParaRPr lang="en-US" sz="2800" b="1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069254" y="523220"/>
            <a:ext cx="0" cy="605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20278" y="1590934"/>
            <a:ext cx="1048191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020278" y="1590934"/>
            <a:ext cx="0" cy="683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1502190" y="1590934"/>
            <a:ext cx="0" cy="5967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069254" y="1590934"/>
            <a:ext cx="0" cy="5967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9131" y="2362666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M1 - KNN</a:t>
            </a:r>
            <a:endParaRPr lang="en-US" b="1" u="sng" dirty="0"/>
          </a:p>
        </p:txBody>
      </p:sp>
      <p:sp>
        <p:nvSpPr>
          <p:cNvPr id="19" name="Rectangle 18"/>
          <p:cNvSpPr/>
          <p:nvPr/>
        </p:nvSpPr>
        <p:spPr>
          <a:xfrm>
            <a:off x="1430969" y="293175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5-Point Star 19"/>
          <p:cNvSpPr/>
          <p:nvPr/>
        </p:nvSpPr>
        <p:spPr>
          <a:xfrm>
            <a:off x="330097" y="2834304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Equal 20"/>
          <p:cNvSpPr/>
          <p:nvPr/>
        </p:nvSpPr>
        <p:spPr>
          <a:xfrm>
            <a:off x="847023" y="2877617"/>
            <a:ext cx="346509" cy="336884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2352" y="2334992"/>
            <a:ext cx="1665171" cy="1193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532499" y="2369715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M2 - NB</a:t>
            </a:r>
            <a:endParaRPr lang="en-US" b="1" u="sng" dirty="0"/>
          </a:p>
        </p:txBody>
      </p:sp>
      <p:sp>
        <p:nvSpPr>
          <p:cNvPr id="24" name="Rectangle 23"/>
          <p:cNvSpPr/>
          <p:nvPr/>
        </p:nvSpPr>
        <p:spPr>
          <a:xfrm>
            <a:off x="6553963" y="299035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5-Point Star 24"/>
          <p:cNvSpPr/>
          <p:nvPr/>
        </p:nvSpPr>
        <p:spPr>
          <a:xfrm>
            <a:off x="5453091" y="2892895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Equal 25"/>
          <p:cNvSpPr/>
          <p:nvPr/>
        </p:nvSpPr>
        <p:spPr>
          <a:xfrm>
            <a:off x="5970017" y="2936208"/>
            <a:ext cx="346509" cy="336884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38997" y="2339073"/>
            <a:ext cx="1665171" cy="1193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0860515" y="2334992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M3 - DT</a:t>
            </a:r>
            <a:endParaRPr lang="en-US" b="1" u="sng" dirty="0"/>
          </a:p>
        </p:txBody>
      </p:sp>
      <p:sp>
        <p:nvSpPr>
          <p:cNvPr id="30" name="5-Point Star 29"/>
          <p:cNvSpPr/>
          <p:nvPr/>
        </p:nvSpPr>
        <p:spPr>
          <a:xfrm>
            <a:off x="10657488" y="2827385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Equal 30"/>
          <p:cNvSpPr/>
          <p:nvPr/>
        </p:nvSpPr>
        <p:spPr>
          <a:xfrm>
            <a:off x="11174414" y="2870698"/>
            <a:ext cx="346509" cy="336884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446046" y="2273931"/>
            <a:ext cx="1665171" cy="1193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11758359" y="2962425"/>
            <a:ext cx="269323" cy="1979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1193532" y="3556199"/>
            <a:ext cx="3897131" cy="8847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7340483" y="3489661"/>
            <a:ext cx="3986114" cy="833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604257" y="4413296"/>
            <a:ext cx="4619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011" y="3953485"/>
            <a:ext cx="74072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5295783" y="462216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6807685" y="4652827"/>
            <a:ext cx="269323" cy="1979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323812" y="4413296"/>
            <a:ext cx="4619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51734" y="462216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5652370" y="4283495"/>
            <a:ext cx="3465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02558" y="4280744"/>
            <a:ext cx="3465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5072514" y="4280744"/>
            <a:ext cx="2252312" cy="879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36" name="Straight Arrow Connector 35"/>
          <p:cNvCxnSpPr>
            <a:stCxn id="27" idx="2"/>
          </p:cNvCxnSpPr>
          <p:nvPr/>
        </p:nvCxnSpPr>
        <p:spPr>
          <a:xfrm>
            <a:off x="6171583" y="3532606"/>
            <a:ext cx="42212" cy="748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3802541" y="5183253"/>
            <a:ext cx="2406240" cy="3111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Equal 74"/>
          <p:cNvSpPr/>
          <p:nvPr/>
        </p:nvSpPr>
        <p:spPr>
          <a:xfrm>
            <a:off x="1061749" y="5899645"/>
            <a:ext cx="501223" cy="341646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2197353" y="6665074"/>
            <a:ext cx="142174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 flipV="1">
            <a:off x="2194560" y="5487615"/>
            <a:ext cx="20433" cy="1177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2563103" y="5803802"/>
            <a:ext cx="267854" cy="84974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2970638" y="6233052"/>
            <a:ext cx="260148" cy="42049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1636295" y="5701458"/>
            <a:ext cx="815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B0F0"/>
                </a:solidFill>
              </a:rPr>
              <a:t>2.0</a:t>
            </a:r>
          </a:p>
          <a:p>
            <a:endParaRPr lang="en-US" sz="1400" dirty="0" smtClean="0"/>
          </a:p>
          <a:p>
            <a:r>
              <a:rPr lang="en-US" sz="1400" b="1" dirty="0" smtClean="0">
                <a:solidFill>
                  <a:srgbClr val="FF0000"/>
                </a:solidFill>
              </a:rPr>
              <a:t>1.0</a:t>
            </a:r>
            <a:endParaRPr lang="en-US" sz="1400" b="1" dirty="0">
              <a:solidFill>
                <a:srgbClr val="FF0000"/>
              </a:solidFill>
            </a:endParaRPr>
          </a:p>
        </p:txBody>
      </p:sp>
      <p:cxnSp>
        <p:nvCxnSpPr>
          <p:cNvPr id="83" name="Straight Arrow Connector 82"/>
          <p:cNvCxnSpPr>
            <a:stCxn id="80" idx="0"/>
          </p:cNvCxnSpPr>
          <p:nvPr/>
        </p:nvCxnSpPr>
        <p:spPr>
          <a:xfrm flipH="1">
            <a:off x="2184373" y="5803802"/>
            <a:ext cx="5126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H="1">
            <a:off x="2184373" y="6233052"/>
            <a:ext cx="9462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935991" y="5487615"/>
            <a:ext cx="2856363" cy="1325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1" name="Equal 90"/>
          <p:cNvSpPr/>
          <p:nvPr/>
        </p:nvSpPr>
        <p:spPr>
          <a:xfrm>
            <a:off x="4239990" y="6150395"/>
            <a:ext cx="616017" cy="424872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5338277" y="624853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5798659" y="6068624"/>
            <a:ext cx="625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&gt;</a:t>
            </a:r>
            <a:endParaRPr lang="en-US" sz="3200" b="1" dirty="0"/>
          </a:p>
        </p:txBody>
      </p:sp>
      <p:sp>
        <p:nvSpPr>
          <p:cNvPr id="97" name="Oval 96"/>
          <p:cNvSpPr/>
          <p:nvPr/>
        </p:nvSpPr>
        <p:spPr>
          <a:xfrm>
            <a:off x="6367296" y="6279197"/>
            <a:ext cx="269323" cy="1979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5159141" y="6068624"/>
            <a:ext cx="1917867" cy="596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9" name="Equal 98"/>
          <p:cNvSpPr/>
          <p:nvPr/>
        </p:nvSpPr>
        <p:spPr>
          <a:xfrm>
            <a:off x="7830216" y="6165728"/>
            <a:ext cx="616017" cy="424872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0" name="5-Point Star 99"/>
          <p:cNvSpPr/>
          <p:nvPr/>
        </p:nvSpPr>
        <p:spPr>
          <a:xfrm>
            <a:off x="9406128" y="6147879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Equal 100"/>
          <p:cNvSpPr/>
          <p:nvPr/>
        </p:nvSpPr>
        <p:spPr>
          <a:xfrm>
            <a:off x="10106526" y="6241291"/>
            <a:ext cx="550962" cy="412108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1091857" y="631197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9189829" y="5879373"/>
            <a:ext cx="2558918" cy="9135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62730" y="238970"/>
            <a:ext cx="789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HV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64239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3BEF02-B977-8963-764F-268FBCB97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6487" y="323385"/>
            <a:ext cx="5170449" cy="1380080"/>
          </a:xfrm>
        </p:spPr>
        <p:txBody>
          <a:bodyPr/>
          <a:lstStyle/>
          <a:p>
            <a:r>
              <a:rPr lang="en-GB" dirty="0"/>
              <a:t>1. fit()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Ink 94"/>
              <p14:cNvContentPartPr/>
              <p14:nvPr/>
            </p14:nvContentPartPr>
            <p14:xfrm>
              <a:off x="13771818" y="2932657"/>
              <a:ext cx="312480" cy="155052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3818" y="2914657"/>
                <a:ext cx="348480" cy="1586520"/>
              </a:xfrm>
              <a:prstGeom prst="rect">
                <a:avLst/>
              </a:prstGeom>
            </p:spPr>
          </p:pic>
        </mc:Fallback>
      </mc:AlternateContent>
      <p:sp>
        <p:nvSpPr>
          <p:cNvPr id="145" name="TextBox 144"/>
          <p:cNvSpPr txBox="1"/>
          <p:nvPr/>
        </p:nvSpPr>
        <p:spPr>
          <a:xfrm>
            <a:off x="8750919" y="3972735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6" name="Rectangle 145"/>
          <p:cNvSpPr/>
          <p:nvPr/>
        </p:nvSpPr>
        <p:spPr>
          <a:xfrm>
            <a:off x="9603982" y="45339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9660667" y="57625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11100173" y="4533903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Cloud 169"/>
          <p:cNvSpPr/>
          <p:nvPr/>
        </p:nvSpPr>
        <p:spPr>
          <a:xfrm>
            <a:off x="11156859" y="4437258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ardrop 176"/>
          <p:cNvSpPr/>
          <p:nvPr/>
        </p:nvSpPr>
        <p:spPr>
          <a:xfrm rot="8744899">
            <a:off x="11050743" y="5737885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Cloud 177"/>
          <p:cNvSpPr/>
          <p:nvPr/>
        </p:nvSpPr>
        <p:spPr>
          <a:xfrm>
            <a:off x="11156133" y="5668540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0" name="Ink 179"/>
              <p14:cNvContentPartPr/>
              <p14:nvPr/>
            </p14:nvContentPartPr>
            <p14:xfrm>
              <a:off x="11131000" y="5813507"/>
              <a:ext cx="178560" cy="24552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13000" y="5795507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8" name="Chart 27"/>
          <p:cNvGraphicFramePr/>
          <p:nvPr>
            <p:extLst/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0100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999346" y="0"/>
            <a:ext cx="83128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9201" y="0"/>
            <a:ext cx="83128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88" y="2375634"/>
            <a:ext cx="3999346" cy="44678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7" y="2241707"/>
            <a:ext cx="3888434" cy="46017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9075" y="1376463"/>
            <a:ext cx="20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M1 - KNN</a:t>
            </a:r>
            <a:endParaRPr lang="en-US" sz="2800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396344" y="1376463"/>
            <a:ext cx="191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M2 - NB</a:t>
            </a:r>
            <a:endParaRPr lang="en-US" sz="2800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500180" y="1376708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M3 - DT</a:t>
            </a:r>
            <a:endParaRPr lang="en-US" sz="2800" b="1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96" y="2308670"/>
            <a:ext cx="3522289" cy="44678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49752" y="442486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302977" y="369985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690306" y="540969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743602" y="356435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74628" y="4609535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536426" y="4951477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100351" y="520009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312809" y="5569425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896002" y="371675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047211" y="3978478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18190" y="4843900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809655" y="424020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14988" y="4561494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0428434" y="3621748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733936" y="3477469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839745" y="544687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490039" y="561259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246915" y="5754091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82990" y="581620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818473" y="515830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432323" y="510216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787273" y="458214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159552" y="424020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557988" y="4168736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645653" y="347746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179708" y="457527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9242842" y="4146871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10122113" y="434074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9673247" y="405553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0526658" y="443208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11172731" y="406981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899826" y="356435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4239" y="155758"/>
            <a:ext cx="87745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BG</a:t>
            </a:r>
            <a:endParaRPr lang="en-US" sz="2800" b="1" dirty="0"/>
          </a:p>
        </p:txBody>
      </p:sp>
      <p:sp>
        <p:nvSpPr>
          <p:cNvPr id="10" name="Right Arrow 9"/>
          <p:cNvSpPr/>
          <p:nvPr/>
        </p:nvSpPr>
        <p:spPr>
          <a:xfrm>
            <a:off x="1591210" y="284882"/>
            <a:ext cx="514197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Vertical Scroll 10"/>
          <p:cNvSpPr/>
          <p:nvPr/>
        </p:nvSpPr>
        <p:spPr>
          <a:xfrm rot="10800000">
            <a:off x="2280525" y="131747"/>
            <a:ext cx="625309" cy="692593"/>
          </a:xfrm>
          <a:prstGeom prst="verticalScroll">
            <a:avLst/>
          </a:prstGeom>
          <a:solidFill>
            <a:srgbClr val="A36E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Vertical Scroll 54"/>
          <p:cNvSpPr/>
          <p:nvPr/>
        </p:nvSpPr>
        <p:spPr>
          <a:xfrm rot="10800000">
            <a:off x="2838076" y="367108"/>
            <a:ext cx="572846" cy="479629"/>
          </a:xfrm>
          <a:prstGeom prst="verticalScroll">
            <a:avLst/>
          </a:prstGeom>
          <a:solidFill>
            <a:srgbClr val="A36E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Vertical Scroll 55"/>
          <p:cNvSpPr/>
          <p:nvPr/>
        </p:nvSpPr>
        <p:spPr>
          <a:xfrm rot="10800000">
            <a:off x="3344221" y="73890"/>
            <a:ext cx="572846" cy="808309"/>
          </a:xfrm>
          <a:prstGeom prst="verticalScroll">
            <a:avLst/>
          </a:prstGeom>
          <a:solidFill>
            <a:srgbClr val="A36E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9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999346" y="0"/>
            <a:ext cx="83128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9201" y="0"/>
            <a:ext cx="83128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88" y="2375634"/>
            <a:ext cx="3999346" cy="44678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18" y="2281280"/>
            <a:ext cx="3717916" cy="46017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9075" y="1376463"/>
            <a:ext cx="20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M1 - KNN</a:t>
            </a:r>
            <a:endParaRPr lang="en-US" sz="2800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396344" y="1376463"/>
            <a:ext cx="191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M2 - NB</a:t>
            </a:r>
            <a:endParaRPr lang="en-US" sz="2800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500180" y="1376708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M3 - DT</a:t>
            </a:r>
            <a:endParaRPr lang="en-US" sz="2800" b="1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96" y="2308670"/>
            <a:ext cx="3522289" cy="44678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49752" y="442486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302977" y="369985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690306" y="540969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743602" y="356435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74628" y="4609535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536426" y="4951477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100351" y="520009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312809" y="5569425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896002" y="371675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047211" y="3978478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80281" y="488710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809655" y="424020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14988" y="4561494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0428434" y="3621748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733936" y="3477469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839745" y="544687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490039" y="561259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246915" y="5754091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82990" y="581620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818473" y="515830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432323" y="510216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787273" y="458214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159552" y="424020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557988" y="4168736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645653" y="347746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179708" y="457527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9242842" y="4146871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10122113" y="434074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9673247" y="405553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0526658" y="443208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11172731" y="406981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899826" y="356435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55" name="Curved Connector 54"/>
          <p:cNvCxnSpPr/>
          <p:nvPr/>
        </p:nvCxnSpPr>
        <p:spPr>
          <a:xfrm>
            <a:off x="438097" y="4060621"/>
            <a:ext cx="3007594" cy="23233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050728" y="4905466"/>
            <a:ext cx="98422" cy="15308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830001" y="4439146"/>
            <a:ext cx="107695" cy="19971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flipH="1">
            <a:off x="8731213" y="5406123"/>
            <a:ext cx="3147289" cy="6356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8731213" y="4385597"/>
            <a:ext cx="279548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urved Connector 60"/>
          <p:cNvCxnSpPr/>
          <p:nvPr/>
        </p:nvCxnSpPr>
        <p:spPr>
          <a:xfrm flipV="1">
            <a:off x="4469435" y="3884525"/>
            <a:ext cx="3656383" cy="2446016"/>
          </a:xfrm>
          <a:prstGeom prst="curvedConnector3">
            <a:avLst>
              <a:gd name="adj1" fmla="val 5025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89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0EA6-1B33-ADE7-F8DF-07454BC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3BAFF0-A28B-F837-FEC1-C8B99D65A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246723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999346" y="0"/>
            <a:ext cx="34206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9201" y="0"/>
            <a:ext cx="45676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218" y="771954"/>
            <a:ext cx="3999346" cy="44678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58" y="653738"/>
            <a:ext cx="3717916" cy="46017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66855" y="184972"/>
            <a:ext cx="20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M1 - KNN</a:t>
            </a:r>
            <a:endParaRPr lang="en-US" sz="2800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432323" y="130518"/>
            <a:ext cx="191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M2 - NB</a:t>
            </a:r>
            <a:endParaRPr lang="en-US" sz="2800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547820" y="184972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M3 - DT</a:t>
            </a:r>
            <a:endParaRPr lang="en-US" sz="2800" b="1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66" y="771954"/>
            <a:ext cx="3522289" cy="44678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8030" y="279271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291255" y="206770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678584" y="377753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731880" y="193219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62906" y="2977380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524704" y="3319322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88629" y="3567938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301087" y="3937270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884280" y="208459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035489" y="234632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68559" y="325494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797933" y="2608048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98904" y="3016224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0512350" y="2076478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817852" y="1932199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730684" y="389571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380978" y="406143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137853" y="4146871"/>
            <a:ext cx="429447" cy="42539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73929" y="4265046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709412" y="3607148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323262" y="355100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678212" y="303098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050491" y="2689042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448927" y="2453931"/>
            <a:ext cx="360186" cy="5329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500243" y="2017195"/>
            <a:ext cx="398738" cy="2520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263624" y="303000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9326758" y="2601601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10206029" y="279547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9757163" y="251026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0610574" y="288681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11256647" y="252454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983742" y="201908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55" name="Curved Connector 54"/>
          <p:cNvCxnSpPr/>
          <p:nvPr/>
        </p:nvCxnSpPr>
        <p:spPr>
          <a:xfrm>
            <a:off x="425591" y="2423437"/>
            <a:ext cx="3007594" cy="23233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134644" y="3360196"/>
            <a:ext cx="98422" cy="15308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913917" y="2893876"/>
            <a:ext cx="107695" cy="19971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flipH="1">
            <a:off x="8815129" y="3860853"/>
            <a:ext cx="3147289" cy="6356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8815129" y="2840327"/>
            <a:ext cx="279548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urved Connector 60"/>
          <p:cNvCxnSpPr/>
          <p:nvPr/>
        </p:nvCxnSpPr>
        <p:spPr>
          <a:xfrm flipV="1">
            <a:off x="4382382" y="2252370"/>
            <a:ext cx="3614708" cy="2277570"/>
          </a:xfrm>
          <a:prstGeom prst="curvedConnector3">
            <a:avLst>
              <a:gd name="adj1" fmla="val 5306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0" y="5175033"/>
            <a:ext cx="12192000" cy="647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0" y="5432128"/>
            <a:ext cx="229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 ) = 0.5 |</a:t>
            </a:r>
            <a:endParaRPr lang="en-US" b="1" dirty="0"/>
          </a:p>
        </p:txBody>
      </p:sp>
      <p:sp>
        <p:nvSpPr>
          <p:cNvPr id="62" name="Rectangle 61"/>
          <p:cNvSpPr/>
          <p:nvPr/>
        </p:nvSpPr>
        <p:spPr>
          <a:xfrm>
            <a:off x="425591" y="549690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2152496" y="5451587"/>
            <a:ext cx="211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) = 0.5 </a:t>
            </a:r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2534288" y="555899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069884" y="5412469"/>
            <a:ext cx="229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 ) = 0.45 |</a:t>
            </a:r>
            <a:endParaRPr lang="en-US" b="1" dirty="0"/>
          </a:p>
        </p:txBody>
      </p:sp>
      <p:sp>
        <p:nvSpPr>
          <p:cNvPr id="66" name="Rectangle 65"/>
          <p:cNvSpPr/>
          <p:nvPr/>
        </p:nvSpPr>
        <p:spPr>
          <a:xfrm>
            <a:off x="4495475" y="547724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6222380" y="5431928"/>
            <a:ext cx="211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) = 0.55 </a:t>
            </a:r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6604172" y="553933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8291026" y="5382924"/>
            <a:ext cx="229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 ) = 0.45 |</a:t>
            </a:r>
            <a:endParaRPr lang="en-US" b="1" dirty="0"/>
          </a:p>
        </p:txBody>
      </p:sp>
      <p:sp>
        <p:nvSpPr>
          <p:cNvPr id="70" name="Rectangle 69"/>
          <p:cNvSpPr/>
          <p:nvPr/>
        </p:nvSpPr>
        <p:spPr>
          <a:xfrm>
            <a:off x="8716617" y="5447697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10443522" y="5402383"/>
            <a:ext cx="211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) = 0.55 </a:t>
            </a:r>
            <a:endParaRPr lang="en-US" b="1" dirty="0"/>
          </a:p>
        </p:txBody>
      </p:sp>
      <p:sp>
        <p:nvSpPr>
          <p:cNvPr id="72" name="Oval 71"/>
          <p:cNvSpPr/>
          <p:nvPr/>
        </p:nvSpPr>
        <p:spPr>
          <a:xfrm>
            <a:off x="10825314" y="550979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Equal 72"/>
          <p:cNvSpPr/>
          <p:nvPr/>
        </p:nvSpPr>
        <p:spPr>
          <a:xfrm>
            <a:off x="714166" y="6239278"/>
            <a:ext cx="380494" cy="274297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4" name="Straight Arrow Connector 73"/>
          <p:cNvCxnSpPr/>
          <p:nvPr/>
        </p:nvCxnSpPr>
        <p:spPr>
          <a:xfrm flipV="1">
            <a:off x="1664345" y="6789022"/>
            <a:ext cx="1136330" cy="13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 flipV="1">
            <a:off x="1664345" y="5928329"/>
            <a:ext cx="10432" cy="87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1956965" y="6360428"/>
            <a:ext cx="153063" cy="4285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1161353" y="6216964"/>
            <a:ext cx="815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0.5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 flipH="1">
            <a:off x="1664345" y="6360427"/>
            <a:ext cx="3308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58901" y="5810686"/>
            <a:ext cx="2338354" cy="1053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4" name="Rectangle 83"/>
          <p:cNvSpPr/>
          <p:nvPr/>
        </p:nvSpPr>
        <p:spPr>
          <a:xfrm>
            <a:off x="2117919" y="6360427"/>
            <a:ext cx="153063" cy="42859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Equal 88"/>
          <p:cNvSpPr/>
          <p:nvPr/>
        </p:nvSpPr>
        <p:spPr>
          <a:xfrm>
            <a:off x="5047464" y="6212856"/>
            <a:ext cx="380494" cy="274297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5997643" y="6762600"/>
            <a:ext cx="1136330" cy="13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 flipV="1">
            <a:off x="5997643" y="5901907"/>
            <a:ext cx="10432" cy="87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6329661" y="6442297"/>
            <a:ext cx="114864" cy="30944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5486039" y="5942389"/>
            <a:ext cx="815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0.6</a:t>
            </a:r>
          </a:p>
          <a:p>
            <a:endParaRPr lang="en-US" sz="1400" b="1" dirty="0"/>
          </a:p>
          <a:p>
            <a:r>
              <a:rPr lang="en-US" sz="1400" b="1" dirty="0" smtClean="0"/>
              <a:t>0.4</a:t>
            </a:r>
          </a:p>
        </p:txBody>
      </p:sp>
      <p:cxnSp>
        <p:nvCxnSpPr>
          <p:cNvPr id="94" name="Straight Arrow Connector 93"/>
          <p:cNvCxnSpPr/>
          <p:nvPr/>
        </p:nvCxnSpPr>
        <p:spPr>
          <a:xfrm flipH="1">
            <a:off x="5997643" y="6435522"/>
            <a:ext cx="363498" cy="109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007052" y="5812623"/>
            <a:ext cx="2338354" cy="1053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6" name="Rectangle 95"/>
          <p:cNvSpPr/>
          <p:nvPr/>
        </p:nvSpPr>
        <p:spPr>
          <a:xfrm>
            <a:off x="6451217" y="6135201"/>
            <a:ext cx="153063" cy="62739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Equal 96"/>
          <p:cNvSpPr/>
          <p:nvPr/>
        </p:nvSpPr>
        <p:spPr>
          <a:xfrm>
            <a:off x="9136511" y="6138915"/>
            <a:ext cx="380494" cy="274297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8" name="Straight Arrow Connector 97"/>
          <p:cNvCxnSpPr/>
          <p:nvPr/>
        </p:nvCxnSpPr>
        <p:spPr>
          <a:xfrm flipV="1">
            <a:off x="10305986" y="6769510"/>
            <a:ext cx="1136330" cy="13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 flipH="1" flipV="1">
            <a:off x="10305986" y="5908817"/>
            <a:ext cx="10432" cy="87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10582281" y="6442297"/>
            <a:ext cx="169389" cy="32721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9624822" y="6038042"/>
            <a:ext cx="754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0.55</a:t>
            </a:r>
          </a:p>
          <a:p>
            <a:r>
              <a:rPr lang="en-US" sz="1400" b="1" dirty="0" smtClean="0"/>
              <a:t>0.45</a:t>
            </a:r>
          </a:p>
        </p:txBody>
      </p:sp>
      <p:cxnSp>
        <p:nvCxnSpPr>
          <p:cNvPr id="102" name="Straight Arrow Connector 101"/>
          <p:cNvCxnSpPr/>
          <p:nvPr/>
        </p:nvCxnSpPr>
        <p:spPr>
          <a:xfrm flipH="1">
            <a:off x="10316418" y="6237552"/>
            <a:ext cx="4352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147241" y="5789910"/>
            <a:ext cx="2338354" cy="1053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4" name="Rectangle 103"/>
          <p:cNvSpPr/>
          <p:nvPr/>
        </p:nvSpPr>
        <p:spPr>
          <a:xfrm>
            <a:off x="10759560" y="6237552"/>
            <a:ext cx="204975" cy="53195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Arrow Connector 106"/>
          <p:cNvCxnSpPr/>
          <p:nvPr/>
        </p:nvCxnSpPr>
        <p:spPr>
          <a:xfrm flipH="1" flipV="1">
            <a:off x="5997643" y="6135201"/>
            <a:ext cx="464007" cy="74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flipH="1">
            <a:off x="10305986" y="6434506"/>
            <a:ext cx="295066" cy="1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7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H="1">
            <a:off x="3990598" y="0"/>
            <a:ext cx="8748" cy="31145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46021" y="0"/>
            <a:ext cx="16387" cy="30963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6855" y="184972"/>
            <a:ext cx="20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M1 - KNN</a:t>
            </a:r>
            <a:endParaRPr lang="en-US" sz="2800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432323" y="130518"/>
            <a:ext cx="191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M2 - NB</a:t>
            </a:r>
            <a:endParaRPr lang="en-US" sz="2800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547820" y="184972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M3 - DT</a:t>
            </a:r>
            <a:endParaRPr lang="en-US" sz="2800" b="1" u="sng" dirty="0"/>
          </a:p>
        </p:txBody>
      </p:sp>
      <p:sp>
        <p:nvSpPr>
          <p:cNvPr id="2" name="TextBox 1"/>
          <p:cNvSpPr txBox="1"/>
          <p:nvPr/>
        </p:nvSpPr>
        <p:spPr>
          <a:xfrm>
            <a:off x="2338030" y="279271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291255" y="206770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678584" y="377753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731880" y="193219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62906" y="2977380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524704" y="3319322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88629" y="3567938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301087" y="3937270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884280" y="208459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035489" y="234632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68559" y="325494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797933" y="2608048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817852" y="1932199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730684" y="389571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549428" y="4029716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73929" y="4265046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709412" y="3607148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323262" y="355100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678212" y="303098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050491" y="2689042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448927" y="2453931"/>
            <a:ext cx="360186" cy="5329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500243" y="2017195"/>
            <a:ext cx="398738" cy="2520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-11354" y="839476"/>
            <a:ext cx="12192000" cy="647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-79161" y="1243553"/>
            <a:ext cx="229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 ) = 0.5 /</a:t>
            </a:r>
            <a:endParaRPr lang="en-US" b="1" dirty="0"/>
          </a:p>
        </p:txBody>
      </p:sp>
      <p:sp>
        <p:nvSpPr>
          <p:cNvPr id="62" name="Rectangle 61"/>
          <p:cNvSpPr/>
          <p:nvPr/>
        </p:nvSpPr>
        <p:spPr>
          <a:xfrm>
            <a:off x="346430" y="130832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2073335" y="1263012"/>
            <a:ext cx="211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) = 0.5 </a:t>
            </a:r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2455127" y="137042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990723" y="1223894"/>
            <a:ext cx="229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 ) = 0.4 /</a:t>
            </a:r>
            <a:endParaRPr lang="en-US" b="1" dirty="0"/>
          </a:p>
        </p:txBody>
      </p:sp>
      <p:sp>
        <p:nvSpPr>
          <p:cNvPr id="66" name="Rectangle 65"/>
          <p:cNvSpPr/>
          <p:nvPr/>
        </p:nvSpPr>
        <p:spPr>
          <a:xfrm>
            <a:off x="4416314" y="1288667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6143219" y="1243353"/>
            <a:ext cx="211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) = 0.6 </a:t>
            </a:r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6525011" y="13507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8211865" y="1194349"/>
            <a:ext cx="229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 ) = 0.45 /</a:t>
            </a:r>
            <a:endParaRPr lang="en-US" b="1" dirty="0"/>
          </a:p>
        </p:txBody>
      </p:sp>
      <p:sp>
        <p:nvSpPr>
          <p:cNvPr id="70" name="Rectangle 69"/>
          <p:cNvSpPr/>
          <p:nvPr/>
        </p:nvSpPr>
        <p:spPr>
          <a:xfrm>
            <a:off x="8637456" y="125912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10364361" y="1213808"/>
            <a:ext cx="211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) = 0.55 </a:t>
            </a:r>
            <a:endParaRPr lang="en-US" b="1" dirty="0"/>
          </a:p>
        </p:txBody>
      </p:sp>
      <p:sp>
        <p:nvSpPr>
          <p:cNvPr id="72" name="Oval 71"/>
          <p:cNvSpPr/>
          <p:nvPr/>
        </p:nvSpPr>
        <p:spPr>
          <a:xfrm>
            <a:off x="10746153" y="132121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Equal 72"/>
          <p:cNvSpPr/>
          <p:nvPr/>
        </p:nvSpPr>
        <p:spPr>
          <a:xfrm>
            <a:off x="635005" y="2050703"/>
            <a:ext cx="380494" cy="274297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4" name="Straight Arrow Connector 73"/>
          <p:cNvCxnSpPr/>
          <p:nvPr/>
        </p:nvCxnSpPr>
        <p:spPr>
          <a:xfrm flipV="1">
            <a:off x="1585184" y="2600447"/>
            <a:ext cx="1136330" cy="13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 flipV="1">
            <a:off x="1585184" y="1739754"/>
            <a:ext cx="10432" cy="87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1877804" y="2171853"/>
            <a:ext cx="153063" cy="4285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1082192" y="2028389"/>
            <a:ext cx="815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0.5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 flipH="1">
            <a:off x="1585184" y="2171852"/>
            <a:ext cx="3308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79740" y="1622111"/>
            <a:ext cx="2338354" cy="1053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4" name="Rectangle 83"/>
          <p:cNvSpPr/>
          <p:nvPr/>
        </p:nvSpPr>
        <p:spPr>
          <a:xfrm>
            <a:off x="2038758" y="2171852"/>
            <a:ext cx="153063" cy="42859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Equal 88"/>
          <p:cNvSpPr/>
          <p:nvPr/>
        </p:nvSpPr>
        <p:spPr>
          <a:xfrm>
            <a:off x="4968303" y="2024281"/>
            <a:ext cx="380494" cy="274297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5918482" y="2574025"/>
            <a:ext cx="1136330" cy="13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 flipV="1">
            <a:off x="5918482" y="1713332"/>
            <a:ext cx="10432" cy="87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6250500" y="2253722"/>
            <a:ext cx="114864" cy="30944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5406878" y="1753814"/>
            <a:ext cx="815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0.6</a:t>
            </a:r>
          </a:p>
          <a:p>
            <a:endParaRPr lang="en-US" sz="1400" b="1" dirty="0"/>
          </a:p>
          <a:p>
            <a:r>
              <a:rPr lang="en-US" sz="1400" b="1" dirty="0" smtClean="0"/>
              <a:t>0.4</a:t>
            </a:r>
          </a:p>
        </p:txBody>
      </p:sp>
      <p:cxnSp>
        <p:nvCxnSpPr>
          <p:cNvPr id="94" name="Straight Arrow Connector 93"/>
          <p:cNvCxnSpPr/>
          <p:nvPr/>
        </p:nvCxnSpPr>
        <p:spPr>
          <a:xfrm flipH="1">
            <a:off x="5918482" y="2246947"/>
            <a:ext cx="363498" cy="109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927891" y="1624048"/>
            <a:ext cx="2338354" cy="1053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6" name="Rectangle 95"/>
          <p:cNvSpPr/>
          <p:nvPr/>
        </p:nvSpPr>
        <p:spPr>
          <a:xfrm>
            <a:off x="6372056" y="1946626"/>
            <a:ext cx="153063" cy="62739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Equal 96"/>
          <p:cNvSpPr/>
          <p:nvPr/>
        </p:nvSpPr>
        <p:spPr>
          <a:xfrm>
            <a:off x="9057350" y="1950340"/>
            <a:ext cx="380494" cy="274297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8" name="Straight Arrow Connector 97"/>
          <p:cNvCxnSpPr/>
          <p:nvPr/>
        </p:nvCxnSpPr>
        <p:spPr>
          <a:xfrm flipV="1">
            <a:off x="10226825" y="2580935"/>
            <a:ext cx="1136330" cy="13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 flipH="1" flipV="1">
            <a:off x="10226825" y="1720242"/>
            <a:ext cx="10432" cy="87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10503120" y="2253722"/>
            <a:ext cx="169389" cy="32721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9545661" y="1849467"/>
            <a:ext cx="754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0.55</a:t>
            </a:r>
          </a:p>
          <a:p>
            <a:r>
              <a:rPr lang="en-US" sz="1400" b="1" dirty="0" smtClean="0"/>
              <a:t>0.45</a:t>
            </a:r>
          </a:p>
        </p:txBody>
      </p:sp>
      <p:cxnSp>
        <p:nvCxnSpPr>
          <p:cNvPr id="102" name="Straight Arrow Connector 101"/>
          <p:cNvCxnSpPr/>
          <p:nvPr/>
        </p:nvCxnSpPr>
        <p:spPr>
          <a:xfrm flipH="1">
            <a:off x="10237257" y="2048977"/>
            <a:ext cx="4352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068080" y="1601335"/>
            <a:ext cx="2338354" cy="1053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4" name="Rectangle 103"/>
          <p:cNvSpPr/>
          <p:nvPr/>
        </p:nvSpPr>
        <p:spPr>
          <a:xfrm>
            <a:off x="10680399" y="2048977"/>
            <a:ext cx="204975" cy="53195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Arrow Connector 106"/>
          <p:cNvCxnSpPr/>
          <p:nvPr/>
        </p:nvCxnSpPr>
        <p:spPr>
          <a:xfrm flipH="1" flipV="1">
            <a:off x="5918482" y="1946626"/>
            <a:ext cx="464007" cy="74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flipH="1">
            <a:off x="10226825" y="2245931"/>
            <a:ext cx="295066" cy="1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-22708" y="3064441"/>
            <a:ext cx="12203354" cy="714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ight Arrow 104"/>
          <p:cNvSpPr/>
          <p:nvPr/>
        </p:nvSpPr>
        <p:spPr>
          <a:xfrm>
            <a:off x="248851" y="4097489"/>
            <a:ext cx="975360" cy="4372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1490186" y="4128759"/>
            <a:ext cx="4986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 ) = ((</a:t>
            </a:r>
            <a:r>
              <a:rPr lang="en-US" b="1" dirty="0" smtClean="0">
                <a:solidFill>
                  <a:srgbClr val="00B0F0"/>
                </a:solidFill>
              </a:rPr>
              <a:t>0.5</a:t>
            </a:r>
            <a:r>
              <a:rPr lang="en-US" b="1" dirty="0" smtClean="0"/>
              <a:t> + </a:t>
            </a:r>
            <a:r>
              <a:rPr lang="en-US" b="1" dirty="0" smtClean="0">
                <a:solidFill>
                  <a:srgbClr val="00B0F0"/>
                </a:solidFill>
              </a:rPr>
              <a:t>0.45</a:t>
            </a:r>
            <a:r>
              <a:rPr lang="en-US" b="1" dirty="0" smtClean="0"/>
              <a:t> + </a:t>
            </a:r>
            <a:r>
              <a:rPr lang="en-US" b="1" dirty="0" smtClean="0">
                <a:solidFill>
                  <a:srgbClr val="00B0F0"/>
                </a:solidFill>
              </a:rPr>
              <a:t>0.45</a:t>
            </a:r>
            <a:r>
              <a:rPr lang="en-US" b="1" dirty="0" smtClean="0"/>
              <a:t>)    3) </a:t>
            </a:r>
            <a:endParaRPr lang="en-US" b="1" dirty="0"/>
          </a:p>
        </p:txBody>
      </p:sp>
      <p:sp>
        <p:nvSpPr>
          <p:cNvPr id="109" name="Rectangle 108"/>
          <p:cNvSpPr/>
          <p:nvPr/>
        </p:nvSpPr>
        <p:spPr>
          <a:xfrm>
            <a:off x="1944613" y="419230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Equal 109"/>
          <p:cNvSpPr/>
          <p:nvPr/>
        </p:nvSpPr>
        <p:spPr>
          <a:xfrm>
            <a:off x="6648948" y="4086499"/>
            <a:ext cx="696458" cy="469247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705921" y="4078010"/>
            <a:ext cx="7924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B0F0"/>
                </a:solidFill>
              </a:rPr>
              <a:t>0.46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2303379" y="4868512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0" name="TextBox 119"/>
          <p:cNvSpPr txBox="1"/>
          <p:nvPr/>
        </p:nvSpPr>
        <p:spPr>
          <a:xfrm>
            <a:off x="5732976" y="4826956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1" name="TextBox 120"/>
          <p:cNvSpPr txBox="1"/>
          <p:nvPr/>
        </p:nvSpPr>
        <p:spPr>
          <a:xfrm>
            <a:off x="7416822" y="500294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2" name="TextBox 121"/>
          <p:cNvSpPr txBox="1"/>
          <p:nvPr/>
        </p:nvSpPr>
        <p:spPr>
          <a:xfrm>
            <a:off x="5140145" y="5078113"/>
            <a:ext cx="429447" cy="42539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3" name="TextBox 122"/>
          <p:cNvSpPr txBox="1"/>
          <p:nvPr/>
        </p:nvSpPr>
        <p:spPr>
          <a:xfrm>
            <a:off x="4576221" y="5196288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6" name="Right Arrow 125"/>
          <p:cNvSpPr/>
          <p:nvPr/>
        </p:nvSpPr>
        <p:spPr>
          <a:xfrm>
            <a:off x="251143" y="5028731"/>
            <a:ext cx="975360" cy="4372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Equal 130"/>
          <p:cNvSpPr/>
          <p:nvPr/>
        </p:nvSpPr>
        <p:spPr>
          <a:xfrm>
            <a:off x="6510027" y="5013493"/>
            <a:ext cx="696458" cy="469247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7573314" y="5051243"/>
            <a:ext cx="94595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0.53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34" name="Right Arrow 133"/>
          <p:cNvSpPr/>
          <p:nvPr/>
        </p:nvSpPr>
        <p:spPr>
          <a:xfrm>
            <a:off x="8768801" y="4634378"/>
            <a:ext cx="1078332" cy="250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1070426" y="4611624"/>
            <a:ext cx="340977" cy="26451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/>
          <p:cNvSpPr txBox="1"/>
          <p:nvPr/>
        </p:nvSpPr>
        <p:spPr>
          <a:xfrm>
            <a:off x="10614341" y="4485514"/>
            <a:ext cx="601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&gt;</a:t>
            </a:r>
            <a:endParaRPr lang="en-US" sz="2800" b="1" dirty="0"/>
          </a:p>
        </p:txBody>
      </p:sp>
      <p:sp>
        <p:nvSpPr>
          <p:cNvPr id="137" name="Oval 136"/>
          <p:cNvSpPr/>
          <p:nvPr/>
        </p:nvSpPr>
        <p:spPr>
          <a:xfrm>
            <a:off x="10201137" y="4587464"/>
            <a:ext cx="316518" cy="3193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ight Arrow 137"/>
          <p:cNvSpPr/>
          <p:nvPr/>
        </p:nvSpPr>
        <p:spPr>
          <a:xfrm rot="5400000">
            <a:off x="10438528" y="5493299"/>
            <a:ext cx="582131" cy="3160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5-Point Star 138"/>
          <p:cNvSpPr/>
          <p:nvPr/>
        </p:nvSpPr>
        <p:spPr>
          <a:xfrm>
            <a:off x="9945838" y="6204279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" name="Equal 139"/>
          <p:cNvSpPr/>
          <p:nvPr/>
        </p:nvSpPr>
        <p:spPr>
          <a:xfrm>
            <a:off x="10545633" y="6326327"/>
            <a:ext cx="453425" cy="300914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11216101" y="6298024"/>
            <a:ext cx="288959" cy="3245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Division 141"/>
          <p:cNvSpPr/>
          <p:nvPr/>
        </p:nvSpPr>
        <p:spPr>
          <a:xfrm>
            <a:off x="5526514" y="4135329"/>
            <a:ext cx="483486" cy="390596"/>
          </a:xfrm>
          <a:prstGeom prst="mathDivid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/>
          <p:cNvSpPr txBox="1"/>
          <p:nvPr/>
        </p:nvSpPr>
        <p:spPr>
          <a:xfrm>
            <a:off x="1290005" y="5013345"/>
            <a:ext cx="4986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P(   ) = ((</a:t>
            </a:r>
            <a:r>
              <a:rPr lang="en-US" b="1" dirty="0" smtClean="0">
                <a:solidFill>
                  <a:srgbClr val="FF0000"/>
                </a:solidFill>
              </a:rPr>
              <a:t>0.5</a:t>
            </a:r>
            <a:r>
              <a:rPr lang="en-US" b="1" dirty="0" smtClean="0"/>
              <a:t> + </a:t>
            </a:r>
            <a:r>
              <a:rPr lang="en-US" b="1" dirty="0" smtClean="0">
                <a:solidFill>
                  <a:srgbClr val="FF0000"/>
                </a:solidFill>
              </a:rPr>
              <a:t>0.55</a:t>
            </a:r>
            <a:r>
              <a:rPr lang="en-US" b="1" dirty="0" smtClean="0"/>
              <a:t> + </a:t>
            </a:r>
            <a:r>
              <a:rPr lang="en-US" b="1" dirty="0" smtClean="0">
                <a:solidFill>
                  <a:srgbClr val="FF0000"/>
                </a:solidFill>
              </a:rPr>
              <a:t>0.55</a:t>
            </a:r>
            <a:r>
              <a:rPr lang="en-US" b="1" dirty="0" smtClean="0"/>
              <a:t>)    3) </a:t>
            </a:r>
            <a:endParaRPr lang="en-US" b="1" dirty="0"/>
          </a:p>
        </p:txBody>
      </p:sp>
      <p:sp>
        <p:nvSpPr>
          <p:cNvPr id="144" name="Division 143"/>
          <p:cNvSpPr/>
          <p:nvPr/>
        </p:nvSpPr>
        <p:spPr>
          <a:xfrm>
            <a:off x="5367689" y="4990358"/>
            <a:ext cx="483486" cy="390596"/>
          </a:xfrm>
          <a:prstGeom prst="mathDivid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1796191" y="5078113"/>
            <a:ext cx="205492" cy="22246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/>
          <p:cNvSpPr txBox="1"/>
          <p:nvPr/>
        </p:nvSpPr>
        <p:spPr>
          <a:xfrm>
            <a:off x="2914956" y="3809059"/>
            <a:ext cx="271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(KNN)  (NB)   (DT)</a:t>
            </a:r>
            <a:endParaRPr lang="en-US" dirty="0"/>
          </a:p>
        </p:txBody>
      </p:sp>
      <p:sp>
        <p:nvSpPr>
          <p:cNvPr id="148" name="TextBox 147"/>
          <p:cNvSpPr txBox="1"/>
          <p:nvPr/>
        </p:nvSpPr>
        <p:spPr>
          <a:xfrm>
            <a:off x="2660234" y="4753530"/>
            <a:ext cx="271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(KNN)  (NB)   (DT)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18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3BEF02-B977-8963-764F-268FBCB97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6487" y="323385"/>
            <a:ext cx="5170449" cy="1380080"/>
          </a:xfrm>
        </p:spPr>
        <p:txBody>
          <a:bodyPr/>
          <a:lstStyle/>
          <a:p>
            <a:r>
              <a:rPr lang="en-GB" dirty="0"/>
              <a:t>1. fit()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Ink 94"/>
              <p14:cNvContentPartPr/>
              <p14:nvPr/>
            </p14:nvContentPartPr>
            <p14:xfrm>
              <a:off x="13771818" y="2932657"/>
              <a:ext cx="312480" cy="155052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3818" y="2914657"/>
                <a:ext cx="348480" cy="1586520"/>
              </a:xfrm>
              <a:prstGeom prst="rect">
                <a:avLst/>
              </a:prstGeom>
            </p:spPr>
          </p:pic>
        </mc:Fallback>
      </mc:AlternateContent>
      <p:sp>
        <p:nvSpPr>
          <p:cNvPr id="145" name="TextBox 144"/>
          <p:cNvSpPr txBox="1"/>
          <p:nvPr/>
        </p:nvSpPr>
        <p:spPr>
          <a:xfrm>
            <a:off x="8750919" y="3972735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6" name="Rectangle 145"/>
          <p:cNvSpPr/>
          <p:nvPr/>
        </p:nvSpPr>
        <p:spPr>
          <a:xfrm>
            <a:off x="9603982" y="45339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9660667" y="57625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11100173" y="4533903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Cloud 169"/>
          <p:cNvSpPr/>
          <p:nvPr/>
        </p:nvSpPr>
        <p:spPr>
          <a:xfrm>
            <a:off x="11156859" y="4437258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ardrop 176"/>
          <p:cNvSpPr/>
          <p:nvPr/>
        </p:nvSpPr>
        <p:spPr>
          <a:xfrm rot="8744899">
            <a:off x="11050743" y="5737885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Cloud 177"/>
          <p:cNvSpPr/>
          <p:nvPr/>
        </p:nvSpPr>
        <p:spPr>
          <a:xfrm>
            <a:off x="11156133" y="5668540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0" name="Ink 179"/>
              <p14:cNvContentPartPr/>
              <p14:nvPr/>
            </p14:nvContentPartPr>
            <p14:xfrm>
              <a:off x="11131000" y="5813507"/>
              <a:ext cx="178560" cy="24552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13000" y="5795507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8" name="Chart 27"/>
          <p:cNvGraphicFramePr/>
          <p:nvPr>
            <p:extLst/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401693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999346" y="0"/>
            <a:ext cx="83128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9201" y="0"/>
            <a:ext cx="83128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88" y="2375634"/>
            <a:ext cx="3999346" cy="44678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7" y="2241707"/>
            <a:ext cx="3888434" cy="46017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9075" y="1376463"/>
            <a:ext cx="20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M1 - KNN</a:t>
            </a:r>
            <a:endParaRPr lang="en-US" sz="2800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396344" y="1376463"/>
            <a:ext cx="191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M2 - NB</a:t>
            </a:r>
            <a:endParaRPr lang="en-US" sz="2800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500180" y="1376708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M3 - DT</a:t>
            </a:r>
            <a:endParaRPr lang="en-US" sz="2800" b="1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96" y="2308670"/>
            <a:ext cx="3522289" cy="44678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49752" y="442486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302977" y="369985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690306" y="540969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743602" y="356435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74628" y="4609535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536426" y="4951477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100351" y="520009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312809" y="5569425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896002" y="371675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047211" y="3978478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18190" y="4843900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809655" y="424020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14988" y="4561494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0428434" y="3621748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733936" y="3477469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839745" y="544687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490039" y="561259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246915" y="5754091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82990" y="581620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818473" y="515830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432323" y="510216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787273" y="458214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159552" y="424020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557988" y="4168736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645653" y="347746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179708" y="457527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9242842" y="4146871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10122113" y="434074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9673247" y="405553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0526658" y="443208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11172731" y="406981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899826" y="356435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29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999346" y="0"/>
            <a:ext cx="83128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9201" y="0"/>
            <a:ext cx="83128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88" y="2375634"/>
            <a:ext cx="3999346" cy="44678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18" y="2281280"/>
            <a:ext cx="3717916" cy="46017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18034" y="1355504"/>
            <a:ext cx="20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T1</a:t>
            </a:r>
            <a:endParaRPr lang="en-US" sz="2800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964960" y="1470061"/>
            <a:ext cx="191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T2</a:t>
            </a:r>
            <a:endParaRPr lang="en-US" sz="2800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10078611" y="1396686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T3</a:t>
            </a:r>
            <a:endParaRPr lang="en-US" sz="2800" b="1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96" y="2308670"/>
            <a:ext cx="3522289" cy="44678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49752" y="442486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302977" y="369985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690306" y="540969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743602" y="356435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74628" y="4609535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536426" y="4951477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100351" y="520009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312809" y="5569425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896002" y="371675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047211" y="3978478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80281" y="488710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809655" y="424020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14988" y="4561494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0428434" y="3621748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733936" y="3477469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839745" y="544687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490039" y="561259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246915" y="5754091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82990" y="581620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818473" y="515830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432323" y="510216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787273" y="458214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159552" y="424020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557988" y="4168736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645653" y="347746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179708" y="457527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9242842" y="4146871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10122113" y="434074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9673247" y="405553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0526658" y="443208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11172731" y="406981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899826" y="3564354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11050728" y="4905466"/>
            <a:ext cx="98422" cy="15308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830001" y="4439146"/>
            <a:ext cx="107695" cy="19971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flipH="1">
            <a:off x="8731213" y="5406123"/>
            <a:ext cx="3147289" cy="6356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8731213" y="4318001"/>
            <a:ext cx="2795480" cy="1133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81472" y="135972"/>
            <a:ext cx="257297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BG + RF</a:t>
            </a:r>
            <a:endParaRPr lang="en-US" sz="2800" b="1" dirty="0"/>
          </a:p>
        </p:txBody>
      </p:sp>
      <p:sp>
        <p:nvSpPr>
          <p:cNvPr id="62" name="Right Arrow 61"/>
          <p:cNvSpPr/>
          <p:nvPr/>
        </p:nvSpPr>
        <p:spPr>
          <a:xfrm>
            <a:off x="2860891" y="301747"/>
            <a:ext cx="777056" cy="336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Vertical Scroll 62"/>
          <p:cNvSpPr/>
          <p:nvPr/>
        </p:nvSpPr>
        <p:spPr>
          <a:xfrm rot="10800000">
            <a:off x="4113900" y="187505"/>
            <a:ext cx="625309" cy="692593"/>
          </a:xfrm>
          <a:prstGeom prst="verticalScroll">
            <a:avLst/>
          </a:prstGeom>
          <a:solidFill>
            <a:srgbClr val="A36E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Vertical Scroll 63"/>
          <p:cNvSpPr/>
          <p:nvPr/>
        </p:nvSpPr>
        <p:spPr>
          <a:xfrm rot="10800000">
            <a:off x="5109921" y="408764"/>
            <a:ext cx="572846" cy="479629"/>
          </a:xfrm>
          <a:prstGeom prst="verticalScroll">
            <a:avLst/>
          </a:prstGeom>
          <a:solidFill>
            <a:srgbClr val="A36E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Vertical Scroll 64"/>
          <p:cNvSpPr/>
          <p:nvPr/>
        </p:nvSpPr>
        <p:spPr>
          <a:xfrm rot="10800000">
            <a:off x="4640593" y="79976"/>
            <a:ext cx="572846" cy="808309"/>
          </a:xfrm>
          <a:prstGeom prst="verticalScroll">
            <a:avLst/>
          </a:prstGeom>
          <a:solidFill>
            <a:srgbClr val="A36E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lus 4"/>
          <p:cNvSpPr/>
          <p:nvPr/>
        </p:nvSpPr>
        <p:spPr>
          <a:xfrm>
            <a:off x="5945343" y="290214"/>
            <a:ext cx="385159" cy="57835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010400" y="484130"/>
            <a:ext cx="203200" cy="491230"/>
          </a:xfrm>
          <a:prstGeom prst="rect">
            <a:avLst/>
          </a:prstGeom>
          <a:solidFill>
            <a:srgbClr val="A36E33"/>
          </a:solidFill>
          <a:ln>
            <a:solidFill>
              <a:srgbClr val="A36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loud 9"/>
          <p:cNvSpPr/>
          <p:nvPr/>
        </p:nvSpPr>
        <p:spPr>
          <a:xfrm flipV="1">
            <a:off x="7158236" y="332946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loud 65"/>
          <p:cNvSpPr/>
          <p:nvPr/>
        </p:nvSpPr>
        <p:spPr>
          <a:xfrm flipV="1">
            <a:off x="6954334" y="187505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loud 66"/>
          <p:cNvSpPr/>
          <p:nvPr/>
        </p:nvSpPr>
        <p:spPr>
          <a:xfrm flipV="1">
            <a:off x="6728981" y="311907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7529943" y="439146"/>
            <a:ext cx="181724" cy="536214"/>
          </a:xfrm>
          <a:prstGeom prst="rect">
            <a:avLst/>
          </a:prstGeom>
          <a:solidFill>
            <a:srgbClr val="A36E33"/>
          </a:solidFill>
          <a:ln>
            <a:solidFill>
              <a:srgbClr val="A36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loud 68"/>
          <p:cNvSpPr/>
          <p:nvPr/>
        </p:nvSpPr>
        <p:spPr>
          <a:xfrm flipV="1">
            <a:off x="7473877" y="153504"/>
            <a:ext cx="295921" cy="405296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loud 70"/>
          <p:cNvSpPr/>
          <p:nvPr/>
        </p:nvSpPr>
        <p:spPr>
          <a:xfrm flipV="1">
            <a:off x="7655470" y="277906"/>
            <a:ext cx="295921" cy="405296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7285162" y="480273"/>
            <a:ext cx="181724" cy="536214"/>
          </a:xfrm>
          <a:prstGeom prst="rect">
            <a:avLst/>
          </a:prstGeom>
          <a:solidFill>
            <a:srgbClr val="A36E33"/>
          </a:solidFill>
          <a:ln>
            <a:solidFill>
              <a:srgbClr val="A36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Cloud 72"/>
          <p:cNvSpPr/>
          <p:nvPr/>
        </p:nvSpPr>
        <p:spPr>
          <a:xfrm flipV="1">
            <a:off x="7281770" y="123121"/>
            <a:ext cx="295921" cy="405296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Cloud 73"/>
          <p:cNvSpPr/>
          <p:nvPr/>
        </p:nvSpPr>
        <p:spPr>
          <a:xfrm flipV="1">
            <a:off x="7056417" y="247523"/>
            <a:ext cx="295921" cy="405296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Cloud 69"/>
          <p:cNvSpPr/>
          <p:nvPr/>
        </p:nvSpPr>
        <p:spPr>
          <a:xfrm flipV="1">
            <a:off x="7413221" y="258722"/>
            <a:ext cx="295921" cy="405296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1068703" y="3210560"/>
            <a:ext cx="114922" cy="334806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462131" y="4901975"/>
            <a:ext cx="2797253" cy="1163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flipV="1">
            <a:off x="4543525" y="4944296"/>
            <a:ext cx="3550586" cy="9148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280587" y="3395218"/>
            <a:ext cx="112870" cy="31040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81811" y="3386924"/>
            <a:ext cx="127616" cy="31233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2035723" y="2241237"/>
            <a:ext cx="203200" cy="491230"/>
          </a:xfrm>
          <a:prstGeom prst="rect">
            <a:avLst/>
          </a:prstGeom>
          <a:solidFill>
            <a:srgbClr val="A36E33"/>
          </a:solidFill>
          <a:ln>
            <a:solidFill>
              <a:srgbClr val="A36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loud 81"/>
          <p:cNvSpPr/>
          <p:nvPr/>
        </p:nvSpPr>
        <p:spPr>
          <a:xfrm flipV="1">
            <a:off x="1979657" y="1944612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loud 82"/>
          <p:cNvSpPr/>
          <p:nvPr/>
        </p:nvSpPr>
        <p:spPr>
          <a:xfrm flipV="1">
            <a:off x="1754304" y="2069014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loud 83"/>
          <p:cNvSpPr/>
          <p:nvPr/>
        </p:nvSpPr>
        <p:spPr>
          <a:xfrm flipV="1">
            <a:off x="2205010" y="2079474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241753" y="2375634"/>
            <a:ext cx="203200" cy="491230"/>
          </a:xfrm>
          <a:prstGeom prst="rect">
            <a:avLst/>
          </a:prstGeom>
          <a:solidFill>
            <a:srgbClr val="A36E33"/>
          </a:solidFill>
          <a:ln>
            <a:solidFill>
              <a:srgbClr val="A36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Cloud 85"/>
          <p:cNvSpPr/>
          <p:nvPr/>
        </p:nvSpPr>
        <p:spPr>
          <a:xfrm flipV="1">
            <a:off x="6185687" y="2079009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Cloud 86"/>
          <p:cNvSpPr/>
          <p:nvPr/>
        </p:nvSpPr>
        <p:spPr>
          <a:xfrm flipV="1">
            <a:off x="5960334" y="2203411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loud 87"/>
          <p:cNvSpPr/>
          <p:nvPr/>
        </p:nvSpPr>
        <p:spPr>
          <a:xfrm flipV="1">
            <a:off x="6411040" y="2213871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10326834" y="2362522"/>
            <a:ext cx="203200" cy="491230"/>
          </a:xfrm>
          <a:prstGeom prst="rect">
            <a:avLst/>
          </a:prstGeom>
          <a:solidFill>
            <a:srgbClr val="A36E33"/>
          </a:solidFill>
          <a:ln>
            <a:solidFill>
              <a:srgbClr val="A36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Cloud 89"/>
          <p:cNvSpPr/>
          <p:nvPr/>
        </p:nvSpPr>
        <p:spPr>
          <a:xfrm flipV="1">
            <a:off x="10270768" y="2065897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Cloud 90"/>
          <p:cNvSpPr/>
          <p:nvPr/>
        </p:nvSpPr>
        <p:spPr>
          <a:xfrm flipV="1">
            <a:off x="10045415" y="2190299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Cloud 91"/>
          <p:cNvSpPr/>
          <p:nvPr/>
        </p:nvSpPr>
        <p:spPr>
          <a:xfrm flipV="1">
            <a:off x="10496121" y="2200759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2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0EA6-1B33-ADE7-F8DF-07454BC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3BAFF0-A28B-F837-FEC1-C8B99D65A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1312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999346" y="0"/>
            <a:ext cx="20990" cy="6082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9202" y="0"/>
            <a:ext cx="102949" cy="6082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466" y="865548"/>
            <a:ext cx="3999346" cy="44678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04" y="725865"/>
            <a:ext cx="3717916" cy="46017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2410" y="-55830"/>
            <a:ext cx="20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T1</a:t>
            </a:r>
            <a:endParaRPr lang="en-US" sz="2800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769336" y="58727"/>
            <a:ext cx="191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T2</a:t>
            </a:r>
            <a:endParaRPr lang="en-US" sz="2800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882987" y="-14648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T3</a:t>
            </a:r>
            <a:endParaRPr lang="en-US" sz="2800" b="1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621" y="887133"/>
            <a:ext cx="3522289" cy="44678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15916" y="291478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269141" y="2189774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656470" y="389960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709766" y="205426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40792" y="3099450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502590" y="3441392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66515" y="3690008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278973" y="4059340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862166" y="220666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013375" y="2468393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46445" y="3377019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775819" y="2730118"/>
            <a:ext cx="324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81113" y="3139957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0394559" y="2200211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700061" y="2055932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793523" y="393678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443817" y="410250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200693" y="4244005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36768" y="4306121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772251" y="364822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386101" y="359207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741051" y="3072059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113330" y="273011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511766" y="2658650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599431" y="1967383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145833" y="315373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9208967" y="2725334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10088238" y="2919210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9639372" y="2634000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0492783" y="3010546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11138856" y="264827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865951" y="2142817"/>
            <a:ext cx="3539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11016853" y="3483929"/>
            <a:ext cx="98422" cy="15308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796126" y="3017609"/>
            <a:ext cx="107695" cy="19971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flipH="1">
            <a:off x="8697338" y="3984586"/>
            <a:ext cx="3147289" cy="6356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8697338" y="2923896"/>
            <a:ext cx="2795480" cy="866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1015516" y="1631284"/>
            <a:ext cx="114922" cy="334806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428295" y="3391890"/>
            <a:ext cx="2797253" cy="1163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flipV="1">
            <a:off x="4497303" y="3434210"/>
            <a:ext cx="3550586" cy="9148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234365" y="1885132"/>
            <a:ext cx="112870" cy="31040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74037" y="1876838"/>
            <a:ext cx="89168" cy="31233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2629160" y="383794"/>
            <a:ext cx="203200" cy="491230"/>
          </a:xfrm>
          <a:prstGeom prst="rect">
            <a:avLst/>
          </a:prstGeom>
          <a:solidFill>
            <a:srgbClr val="A36E33"/>
          </a:solidFill>
          <a:ln>
            <a:solidFill>
              <a:srgbClr val="A36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loud 81"/>
          <p:cNvSpPr/>
          <p:nvPr/>
        </p:nvSpPr>
        <p:spPr>
          <a:xfrm flipV="1">
            <a:off x="2573094" y="87169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loud 82"/>
          <p:cNvSpPr/>
          <p:nvPr/>
        </p:nvSpPr>
        <p:spPr>
          <a:xfrm flipV="1">
            <a:off x="2347741" y="211571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loud 83"/>
          <p:cNvSpPr/>
          <p:nvPr/>
        </p:nvSpPr>
        <p:spPr>
          <a:xfrm flipV="1">
            <a:off x="2798447" y="222031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756764" y="367644"/>
            <a:ext cx="203200" cy="491230"/>
          </a:xfrm>
          <a:prstGeom prst="rect">
            <a:avLst/>
          </a:prstGeom>
          <a:solidFill>
            <a:srgbClr val="A36E33"/>
          </a:solidFill>
          <a:ln>
            <a:solidFill>
              <a:srgbClr val="A36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Cloud 85"/>
          <p:cNvSpPr/>
          <p:nvPr/>
        </p:nvSpPr>
        <p:spPr>
          <a:xfrm flipV="1">
            <a:off x="6700698" y="71019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Cloud 86"/>
          <p:cNvSpPr/>
          <p:nvPr/>
        </p:nvSpPr>
        <p:spPr>
          <a:xfrm flipV="1">
            <a:off x="6475345" y="195421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loud 87"/>
          <p:cNvSpPr/>
          <p:nvPr/>
        </p:nvSpPr>
        <p:spPr>
          <a:xfrm flipV="1">
            <a:off x="6926051" y="205881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10985968" y="344263"/>
            <a:ext cx="203200" cy="491230"/>
          </a:xfrm>
          <a:prstGeom prst="rect">
            <a:avLst/>
          </a:prstGeom>
          <a:solidFill>
            <a:srgbClr val="A36E33"/>
          </a:solidFill>
          <a:ln>
            <a:solidFill>
              <a:srgbClr val="A36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Cloud 89"/>
          <p:cNvSpPr/>
          <p:nvPr/>
        </p:nvSpPr>
        <p:spPr>
          <a:xfrm flipV="1">
            <a:off x="10929902" y="47638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Cloud 90"/>
          <p:cNvSpPr/>
          <p:nvPr/>
        </p:nvSpPr>
        <p:spPr>
          <a:xfrm flipV="1">
            <a:off x="10704549" y="172040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Cloud 91"/>
          <p:cNvSpPr/>
          <p:nvPr/>
        </p:nvSpPr>
        <p:spPr>
          <a:xfrm flipV="1">
            <a:off x="11155255" y="182500"/>
            <a:ext cx="330893" cy="37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0" y="5359107"/>
            <a:ext cx="12192000" cy="1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5-Point Star 92"/>
          <p:cNvSpPr/>
          <p:nvPr/>
        </p:nvSpPr>
        <p:spPr>
          <a:xfrm>
            <a:off x="428295" y="5510486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5-Point Star 93"/>
          <p:cNvSpPr/>
          <p:nvPr/>
        </p:nvSpPr>
        <p:spPr>
          <a:xfrm>
            <a:off x="5029782" y="5437458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5-Point Star 94"/>
          <p:cNvSpPr/>
          <p:nvPr/>
        </p:nvSpPr>
        <p:spPr>
          <a:xfrm>
            <a:off x="9005939" y="5526066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Equal 74"/>
          <p:cNvSpPr/>
          <p:nvPr/>
        </p:nvSpPr>
        <p:spPr>
          <a:xfrm>
            <a:off x="1015516" y="5547489"/>
            <a:ext cx="491972" cy="326134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Equal 95"/>
          <p:cNvSpPr/>
          <p:nvPr/>
        </p:nvSpPr>
        <p:spPr>
          <a:xfrm>
            <a:off x="9516662" y="5560873"/>
            <a:ext cx="491972" cy="326134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7" name="Equal 96"/>
          <p:cNvSpPr/>
          <p:nvPr/>
        </p:nvSpPr>
        <p:spPr>
          <a:xfrm>
            <a:off x="5554655" y="5526066"/>
            <a:ext cx="491972" cy="326134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1680939" y="559004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2358312" y="5551223"/>
            <a:ext cx="316518" cy="3193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/>
          <p:cNvSpPr txBox="1"/>
          <p:nvPr/>
        </p:nvSpPr>
        <p:spPr>
          <a:xfrm>
            <a:off x="2805965" y="6281954"/>
            <a:ext cx="456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/</a:t>
            </a:r>
            <a:endParaRPr lang="en-US" sz="3200" b="1" dirty="0"/>
          </a:p>
        </p:txBody>
      </p:sp>
      <p:sp>
        <p:nvSpPr>
          <p:cNvPr id="101" name="Oval 100"/>
          <p:cNvSpPr/>
          <p:nvPr/>
        </p:nvSpPr>
        <p:spPr>
          <a:xfrm>
            <a:off x="6188976" y="5544679"/>
            <a:ext cx="316518" cy="3193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10203667" y="5583266"/>
            <a:ext cx="316518" cy="3193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0" y="6082910"/>
            <a:ext cx="12192000" cy="13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ight Arrow 108"/>
          <p:cNvSpPr/>
          <p:nvPr/>
        </p:nvSpPr>
        <p:spPr>
          <a:xfrm>
            <a:off x="964314" y="6405642"/>
            <a:ext cx="1086347" cy="2844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2502208" y="6409618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3179581" y="6370801"/>
            <a:ext cx="316518" cy="3193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1987372" y="5440345"/>
            <a:ext cx="456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/</a:t>
            </a:r>
            <a:endParaRPr lang="en-US" sz="3200" b="1" dirty="0"/>
          </a:p>
        </p:txBody>
      </p:sp>
      <p:sp>
        <p:nvSpPr>
          <p:cNvPr id="113" name="TextBox 112"/>
          <p:cNvSpPr txBox="1"/>
          <p:nvPr/>
        </p:nvSpPr>
        <p:spPr>
          <a:xfrm>
            <a:off x="3623476" y="6255494"/>
            <a:ext cx="456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38482" y="6255494"/>
            <a:ext cx="456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</a:t>
            </a:r>
          </a:p>
        </p:txBody>
      </p:sp>
      <p:sp>
        <p:nvSpPr>
          <p:cNvPr id="115" name="Oval 114"/>
          <p:cNvSpPr/>
          <p:nvPr/>
        </p:nvSpPr>
        <p:spPr>
          <a:xfrm>
            <a:off x="4200985" y="6388220"/>
            <a:ext cx="316518" cy="3193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5195248" y="6410009"/>
            <a:ext cx="316518" cy="3193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ight Arrow 116"/>
          <p:cNvSpPr/>
          <p:nvPr/>
        </p:nvSpPr>
        <p:spPr>
          <a:xfrm>
            <a:off x="6116137" y="6430846"/>
            <a:ext cx="1146544" cy="2766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5-Point Star 117"/>
          <p:cNvSpPr/>
          <p:nvPr/>
        </p:nvSpPr>
        <p:spPr>
          <a:xfrm>
            <a:off x="7959450" y="6347316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Equal 118"/>
          <p:cNvSpPr/>
          <p:nvPr/>
        </p:nvSpPr>
        <p:spPr>
          <a:xfrm>
            <a:off x="8606836" y="6406126"/>
            <a:ext cx="491972" cy="326134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9358403" y="6405642"/>
            <a:ext cx="316518" cy="3193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4676171" y="6255494"/>
            <a:ext cx="353611" cy="2276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2" name="TextBox 121"/>
          <p:cNvSpPr txBox="1"/>
          <p:nvPr/>
        </p:nvSpPr>
        <p:spPr>
          <a:xfrm>
            <a:off x="3667678" y="6255494"/>
            <a:ext cx="353611" cy="2276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33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3BEF02-B977-8963-764F-268FBCB97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6487" y="323385"/>
            <a:ext cx="5170449" cy="1380080"/>
          </a:xfrm>
        </p:spPr>
        <p:txBody>
          <a:bodyPr/>
          <a:lstStyle/>
          <a:p>
            <a:r>
              <a:rPr lang="en-GB" dirty="0"/>
              <a:t>1. fit()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Ink 94"/>
              <p14:cNvContentPartPr/>
              <p14:nvPr/>
            </p14:nvContentPartPr>
            <p14:xfrm>
              <a:off x="13771818" y="2932657"/>
              <a:ext cx="312480" cy="155052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3818" y="2914657"/>
                <a:ext cx="348480" cy="1586520"/>
              </a:xfrm>
              <a:prstGeom prst="rect">
                <a:avLst/>
              </a:prstGeom>
            </p:spPr>
          </p:pic>
        </mc:Fallback>
      </mc:AlternateContent>
      <p:sp>
        <p:nvSpPr>
          <p:cNvPr id="145" name="TextBox 144"/>
          <p:cNvSpPr txBox="1"/>
          <p:nvPr/>
        </p:nvSpPr>
        <p:spPr>
          <a:xfrm>
            <a:off x="8750919" y="3972735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6" name="Rectangle 145"/>
          <p:cNvSpPr/>
          <p:nvPr/>
        </p:nvSpPr>
        <p:spPr>
          <a:xfrm>
            <a:off x="9603982" y="45339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9660667" y="57625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7" name="Oval 166"/>
          <p:cNvSpPr/>
          <p:nvPr/>
        </p:nvSpPr>
        <p:spPr>
          <a:xfrm>
            <a:off x="11100173" y="4533903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Cloud 169"/>
          <p:cNvSpPr/>
          <p:nvPr/>
        </p:nvSpPr>
        <p:spPr>
          <a:xfrm>
            <a:off x="11156859" y="4437258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ardrop 176"/>
          <p:cNvSpPr/>
          <p:nvPr/>
        </p:nvSpPr>
        <p:spPr>
          <a:xfrm rot="8744899">
            <a:off x="11050743" y="5737885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Cloud 177"/>
          <p:cNvSpPr/>
          <p:nvPr/>
        </p:nvSpPr>
        <p:spPr>
          <a:xfrm>
            <a:off x="11156133" y="5668540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0" name="Ink 179"/>
              <p14:cNvContentPartPr/>
              <p14:nvPr/>
            </p14:nvContentPartPr>
            <p14:xfrm>
              <a:off x="11131000" y="5813507"/>
              <a:ext cx="178560" cy="24552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13000" y="5795507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8" name="Chart 27"/>
          <p:cNvGraphicFramePr/>
          <p:nvPr>
            <p:extLst/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98922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999346" y="0"/>
            <a:ext cx="83128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9201" y="0"/>
            <a:ext cx="83128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142" y="2375634"/>
            <a:ext cx="3999346" cy="44678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7" y="2241707"/>
            <a:ext cx="3888434" cy="46017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7963" y="411263"/>
            <a:ext cx="20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M1 - KNN</a:t>
            </a:r>
            <a:endParaRPr lang="en-US" sz="2800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434004" y="411263"/>
            <a:ext cx="191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M2 - NB</a:t>
            </a:r>
            <a:endParaRPr lang="en-US" sz="2800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530660" y="411263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M3 - DT</a:t>
            </a:r>
            <a:endParaRPr lang="en-US" sz="2800" b="1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96" y="2308670"/>
            <a:ext cx="3522289" cy="44678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14988" y="4561494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68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999346" y="0"/>
            <a:ext cx="18805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9201" y="0"/>
            <a:ext cx="8402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12" y="1193992"/>
            <a:ext cx="2964755" cy="350861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7963" y="411263"/>
            <a:ext cx="20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M1 - KNN</a:t>
            </a:r>
            <a:endParaRPr lang="en-US" sz="2800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434004" y="411263"/>
            <a:ext cx="191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M2 - NB</a:t>
            </a:r>
            <a:endParaRPr lang="en-US" sz="2800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530660" y="411263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M3 - DT</a:t>
            </a:r>
            <a:endParaRPr lang="en-US" sz="28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9014988" y="4561494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729" y="1171637"/>
            <a:ext cx="2964755" cy="350861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509" y="1303815"/>
            <a:ext cx="2964755" cy="3508611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0" y="488500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c 20"/>
          <p:cNvSpPr/>
          <p:nvPr/>
        </p:nvSpPr>
        <p:spPr>
          <a:xfrm>
            <a:off x="-1315560" y="2560320"/>
            <a:ext cx="3129280" cy="3677920"/>
          </a:xfrm>
          <a:prstGeom prst="arc">
            <a:avLst>
              <a:gd name="adj1" fmla="val 16821270"/>
              <a:gd name="adj2" fmla="val 8927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/>
          <p:cNvSpPr/>
          <p:nvPr/>
        </p:nvSpPr>
        <p:spPr>
          <a:xfrm>
            <a:off x="2844869" y="2926080"/>
            <a:ext cx="3129280" cy="3474374"/>
          </a:xfrm>
          <a:prstGeom prst="arc">
            <a:avLst>
              <a:gd name="adj1" fmla="val 17260174"/>
              <a:gd name="adj2" fmla="val 21057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/>
          <p:cNvSpPr/>
          <p:nvPr/>
        </p:nvSpPr>
        <p:spPr>
          <a:xfrm>
            <a:off x="6290133" y="2357119"/>
            <a:ext cx="3396037" cy="4548583"/>
          </a:xfrm>
          <a:prstGeom prst="arc">
            <a:avLst>
              <a:gd name="adj1" fmla="val 17987889"/>
              <a:gd name="adj2" fmla="val 2146125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132694" y="3366414"/>
            <a:ext cx="343682" cy="2879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5104784" y="3881561"/>
            <a:ext cx="249375" cy="3449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lowchart: Extract 44"/>
          <p:cNvSpPr/>
          <p:nvPr/>
        </p:nvSpPr>
        <p:spPr>
          <a:xfrm>
            <a:off x="867256" y="3240691"/>
            <a:ext cx="271991" cy="355600"/>
          </a:xfrm>
          <a:prstGeom prst="flowChartExtra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Extract 45"/>
          <p:cNvSpPr/>
          <p:nvPr/>
        </p:nvSpPr>
        <p:spPr>
          <a:xfrm>
            <a:off x="752875" y="3785982"/>
            <a:ext cx="271991" cy="355600"/>
          </a:xfrm>
          <a:prstGeom prst="flowChartExtra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Extract 46"/>
          <p:cNvSpPr/>
          <p:nvPr/>
        </p:nvSpPr>
        <p:spPr>
          <a:xfrm>
            <a:off x="5513821" y="3697147"/>
            <a:ext cx="306071" cy="368827"/>
          </a:xfrm>
          <a:prstGeom prst="flowChartExtra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Extract 47"/>
          <p:cNvSpPr/>
          <p:nvPr/>
        </p:nvSpPr>
        <p:spPr>
          <a:xfrm>
            <a:off x="4998464" y="5796589"/>
            <a:ext cx="306071" cy="368827"/>
          </a:xfrm>
          <a:prstGeom prst="flowChartExtra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lowchart: Extract 48"/>
          <p:cNvSpPr/>
          <p:nvPr/>
        </p:nvSpPr>
        <p:spPr>
          <a:xfrm>
            <a:off x="480884" y="5618789"/>
            <a:ext cx="271991" cy="355600"/>
          </a:xfrm>
          <a:prstGeom prst="flowChartExtra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qual 49"/>
          <p:cNvSpPr/>
          <p:nvPr/>
        </p:nvSpPr>
        <p:spPr>
          <a:xfrm>
            <a:off x="1003858" y="5631561"/>
            <a:ext cx="569632" cy="352318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Up Arrow 50"/>
          <p:cNvSpPr/>
          <p:nvPr/>
        </p:nvSpPr>
        <p:spPr>
          <a:xfrm>
            <a:off x="2402485" y="5513108"/>
            <a:ext cx="238323" cy="467894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2602255" y="5706128"/>
            <a:ext cx="487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W1</a:t>
            </a:r>
            <a:endParaRPr lang="en-US" dirty="0"/>
          </a:p>
        </p:txBody>
      </p:sp>
      <p:sp>
        <p:nvSpPr>
          <p:cNvPr id="53" name="Flowchart: Direct Access Storage 52"/>
          <p:cNvSpPr/>
          <p:nvPr/>
        </p:nvSpPr>
        <p:spPr>
          <a:xfrm>
            <a:off x="3077498" y="5752332"/>
            <a:ext cx="212335" cy="253857"/>
          </a:xfrm>
          <a:prstGeom prst="flowChartMagneticDru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>
            <a:off x="3238525" y="5796589"/>
            <a:ext cx="609401" cy="13166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lowchart: Direct Access Storage 54"/>
          <p:cNvSpPr/>
          <p:nvPr/>
        </p:nvSpPr>
        <p:spPr>
          <a:xfrm>
            <a:off x="3635591" y="5770974"/>
            <a:ext cx="212335" cy="253857"/>
          </a:xfrm>
          <a:prstGeom prst="flowChartMagneticDru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Up Arrow 55"/>
          <p:cNvSpPr/>
          <p:nvPr/>
        </p:nvSpPr>
        <p:spPr>
          <a:xfrm>
            <a:off x="6396812" y="5697521"/>
            <a:ext cx="238323" cy="467894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6679367" y="5879724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W2</a:t>
            </a:r>
            <a:endParaRPr lang="en-US" dirty="0"/>
          </a:p>
        </p:txBody>
      </p:sp>
      <p:sp>
        <p:nvSpPr>
          <p:cNvPr id="58" name="Flowchart: Direct Access Storage 57"/>
          <p:cNvSpPr/>
          <p:nvPr/>
        </p:nvSpPr>
        <p:spPr>
          <a:xfrm>
            <a:off x="7071825" y="5936745"/>
            <a:ext cx="212335" cy="253857"/>
          </a:xfrm>
          <a:prstGeom prst="flowChartMagneticDru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Arrow 58"/>
          <p:cNvSpPr/>
          <p:nvPr/>
        </p:nvSpPr>
        <p:spPr>
          <a:xfrm>
            <a:off x="7232852" y="5981002"/>
            <a:ext cx="609401" cy="13166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Direct Access Storage 59"/>
          <p:cNvSpPr/>
          <p:nvPr/>
        </p:nvSpPr>
        <p:spPr>
          <a:xfrm>
            <a:off x="7629918" y="5955387"/>
            <a:ext cx="212335" cy="253857"/>
          </a:xfrm>
          <a:prstGeom prst="flowChartMagneticDru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Equal 60"/>
          <p:cNvSpPr/>
          <p:nvPr/>
        </p:nvSpPr>
        <p:spPr>
          <a:xfrm>
            <a:off x="5561815" y="5906156"/>
            <a:ext cx="569632" cy="352318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Half Frame 66"/>
          <p:cNvSpPr/>
          <p:nvPr/>
        </p:nvSpPr>
        <p:spPr>
          <a:xfrm rot="18390894" flipV="1">
            <a:off x="9474487" y="5463325"/>
            <a:ext cx="1891093" cy="704673"/>
          </a:xfrm>
          <a:prstGeom prst="half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 rot="1799570">
            <a:off x="10809007" y="5083104"/>
            <a:ext cx="43688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11663884" y="4350547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05723" y="4256903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012" y="4266676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35654" y="1147271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82924" y="1241232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</a:t>
            </a:r>
            <a:endParaRPr lang="en-US" b="1" dirty="0"/>
          </a:p>
        </p:txBody>
      </p:sp>
      <p:sp>
        <p:nvSpPr>
          <p:cNvPr id="75" name="TextBox 74"/>
          <p:cNvSpPr txBox="1"/>
          <p:nvPr/>
        </p:nvSpPr>
        <p:spPr>
          <a:xfrm>
            <a:off x="147847" y="1178530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76" name="Notched Right Arrow 75"/>
          <p:cNvSpPr/>
          <p:nvPr/>
        </p:nvSpPr>
        <p:spPr>
          <a:xfrm>
            <a:off x="3069957" y="1610565"/>
            <a:ext cx="776989" cy="209886"/>
          </a:xfrm>
          <a:prstGeom prst="notchedRightArrow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Explosion 1 76"/>
          <p:cNvSpPr/>
          <p:nvPr/>
        </p:nvSpPr>
        <p:spPr>
          <a:xfrm>
            <a:off x="2781655" y="1458927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Explosion 1 77"/>
          <p:cNvSpPr/>
          <p:nvPr/>
        </p:nvSpPr>
        <p:spPr>
          <a:xfrm>
            <a:off x="2487061" y="1526567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Notched Right Arrow 81"/>
          <p:cNvSpPr/>
          <p:nvPr/>
        </p:nvSpPr>
        <p:spPr>
          <a:xfrm>
            <a:off x="7100374" y="1718719"/>
            <a:ext cx="1047398" cy="186053"/>
          </a:xfrm>
          <a:prstGeom prst="notchedRightArrow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Explosion 1 82"/>
          <p:cNvSpPr/>
          <p:nvPr/>
        </p:nvSpPr>
        <p:spPr>
          <a:xfrm>
            <a:off x="6812072" y="1543249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Explosion 1 83"/>
          <p:cNvSpPr/>
          <p:nvPr/>
        </p:nvSpPr>
        <p:spPr>
          <a:xfrm>
            <a:off x="6517478" y="1610889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Explosion 1 84"/>
          <p:cNvSpPr/>
          <p:nvPr/>
        </p:nvSpPr>
        <p:spPr>
          <a:xfrm>
            <a:off x="6792228" y="1787976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Explosion 1 85"/>
          <p:cNvSpPr/>
          <p:nvPr/>
        </p:nvSpPr>
        <p:spPr>
          <a:xfrm>
            <a:off x="6558895" y="1787976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Explosion 1 87"/>
          <p:cNvSpPr/>
          <p:nvPr/>
        </p:nvSpPr>
        <p:spPr>
          <a:xfrm>
            <a:off x="2835318" y="1640566"/>
            <a:ext cx="152851" cy="152674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Explosion 1 88"/>
          <p:cNvSpPr/>
          <p:nvPr/>
        </p:nvSpPr>
        <p:spPr>
          <a:xfrm>
            <a:off x="2653778" y="1707924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3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0EA6-1B33-ADE7-F8DF-07454BC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3BAFF0-A28B-F837-FEC1-C8B99D65A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189922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999346" y="0"/>
            <a:ext cx="53364" cy="4885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9201" y="0"/>
            <a:ext cx="48427" cy="4885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91" y="1204097"/>
            <a:ext cx="2964755" cy="350861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7963" y="411263"/>
            <a:ext cx="20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M1 - KNN</a:t>
            </a:r>
            <a:endParaRPr lang="en-US" sz="2800" b="1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5434004" y="411263"/>
            <a:ext cx="191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M2 - NB</a:t>
            </a:r>
            <a:endParaRPr lang="en-US" sz="2800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9530660" y="411263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M3 - DT</a:t>
            </a:r>
            <a:endParaRPr lang="en-US" sz="28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9014988" y="4561494"/>
            <a:ext cx="35396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729" y="1171637"/>
            <a:ext cx="2964755" cy="350861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509" y="1303815"/>
            <a:ext cx="2964755" cy="3508611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0" y="488500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c 20"/>
          <p:cNvSpPr/>
          <p:nvPr/>
        </p:nvSpPr>
        <p:spPr>
          <a:xfrm>
            <a:off x="-1315560" y="2560320"/>
            <a:ext cx="3129280" cy="3677920"/>
          </a:xfrm>
          <a:prstGeom prst="arc">
            <a:avLst>
              <a:gd name="adj1" fmla="val 16821270"/>
              <a:gd name="adj2" fmla="val 8927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/>
          <p:cNvSpPr/>
          <p:nvPr/>
        </p:nvSpPr>
        <p:spPr>
          <a:xfrm>
            <a:off x="2844869" y="2926080"/>
            <a:ext cx="3129280" cy="3474374"/>
          </a:xfrm>
          <a:prstGeom prst="arc">
            <a:avLst>
              <a:gd name="adj1" fmla="val 17260174"/>
              <a:gd name="adj2" fmla="val 21057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/>
          <p:cNvSpPr/>
          <p:nvPr/>
        </p:nvSpPr>
        <p:spPr>
          <a:xfrm>
            <a:off x="6290133" y="2357119"/>
            <a:ext cx="3396037" cy="4548583"/>
          </a:xfrm>
          <a:prstGeom prst="arc">
            <a:avLst>
              <a:gd name="adj1" fmla="val 17987889"/>
              <a:gd name="adj2" fmla="val 2146125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132694" y="3366414"/>
            <a:ext cx="343682" cy="2879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5104784" y="3881561"/>
            <a:ext cx="249375" cy="3449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lowchart: Extract 44"/>
          <p:cNvSpPr/>
          <p:nvPr/>
        </p:nvSpPr>
        <p:spPr>
          <a:xfrm>
            <a:off x="867256" y="3240691"/>
            <a:ext cx="271991" cy="355600"/>
          </a:xfrm>
          <a:prstGeom prst="flowChartExtra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Extract 45"/>
          <p:cNvSpPr/>
          <p:nvPr/>
        </p:nvSpPr>
        <p:spPr>
          <a:xfrm>
            <a:off x="752875" y="3785982"/>
            <a:ext cx="271991" cy="355600"/>
          </a:xfrm>
          <a:prstGeom prst="flowChartExtra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Extract 46"/>
          <p:cNvSpPr/>
          <p:nvPr/>
        </p:nvSpPr>
        <p:spPr>
          <a:xfrm>
            <a:off x="5513821" y="3697147"/>
            <a:ext cx="306071" cy="368827"/>
          </a:xfrm>
          <a:prstGeom prst="flowChartExtra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 rot="1799570">
            <a:off x="10809007" y="5083104"/>
            <a:ext cx="43688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11663884" y="4350547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05723" y="4256903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012" y="4266676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35654" y="1147271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82924" y="1241232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</a:t>
            </a:r>
            <a:endParaRPr lang="en-US" b="1" dirty="0"/>
          </a:p>
        </p:txBody>
      </p:sp>
      <p:sp>
        <p:nvSpPr>
          <p:cNvPr id="75" name="TextBox 74"/>
          <p:cNvSpPr txBox="1"/>
          <p:nvPr/>
        </p:nvSpPr>
        <p:spPr>
          <a:xfrm>
            <a:off x="147847" y="1178530"/>
            <a:ext cx="82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76" name="Notched Right Arrow 75"/>
          <p:cNvSpPr/>
          <p:nvPr/>
        </p:nvSpPr>
        <p:spPr>
          <a:xfrm>
            <a:off x="3069957" y="1610565"/>
            <a:ext cx="776989" cy="209886"/>
          </a:xfrm>
          <a:prstGeom prst="notchedRightArrow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Explosion 1 76"/>
          <p:cNvSpPr/>
          <p:nvPr/>
        </p:nvSpPr>
        <p:spPr>
          <a:xfrm>
            <a:off x="2781655" y="1458927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Explosion 1 77"/>
          <p:cNvSpPr/>
          <p:nvPr/>
        </p:nvSpPr>
        <p:spPr>
          <a:xfrm>
            <a:off x="2487061" y="1526567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Notched Right Arrow 81"/>
          <p:cNvSpPr/>
          <p:nvPr/>
        </p:nvSpPr>
        <p:spPr>
          <a:xfrm>
            <a:off x="7100374" y="1718719"/>
            <a:ext cx="1047398" cy="186053"/>
          </a:xfrm>
          <a:prstGeom prst="notchedRightArrow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Explosion 1 82"/>
          <p:cNvSpPr/>
          <p:nvPr/>
        </p:nvSpPr>
        <p:spPr>
          <a:xfrm>
            <a:off x="6812072" y="1543249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Explosion 1 83"/>
          <p:cNvSpPr/>
          <p:nvPr/>
        </p:nvSpPr>
        <p:spPr>
          <a:xfrm>
            <a:off x="6517478" y="1610889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Explosion 1 84"/>
          <p:cNvSpPr/>
          <p:nvPr/>
        </p:nvSpPr>
        <p:spPr>
          <a:xfrm>
            <a:off x="6792228" y="1787976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Explosion 1 85"/>
          <p:cNvSpPr/>
          <p:nvPr/>
        </p:nvSpPr>
        <p:spPr>
          <a:xfrm>
            <a:off x="6558895" y="1787976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Explosion 1 87"/>
          <p:cNvSpPr/>
          <p:nvPr/>
        </p:nvSpPr>
        <p:spPr>
          <a:xfrm>
            <a:off x="2835318" y="1640566"/>
            <a:ext cx="152851" cy="152674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Explosion 1 88"/>
          <p:cNvSpPr/>
          <p:nvPr/>
        </p:nvSpPr>
        <p:spPr>
          <a:xfrm>
            <a:off x="2653778" y="1707924"/>
            <a:ext cx="166717" cy="1519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5-Point Star 61"/>
          <p:cNvSpPr/>
          <p:nvPr/>
        </p:nvSpPr>
        <p:spPr>
          <a:xfrm>
            <a:off x="2129704" y="4104311"/>
            <a:ext cx="272465" cy="305184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5-Point Star 62"/>
          <p:cNvSpPr/>
          <p:nvPr/>
        </p:nvSpPr>
        <p:spPr>
          <a:xfrm>
            <a:off x="6501413" y="4073968"/>
            <a:ext cx="272465" cy="305184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5-Point Star 63"/>
          <p:cNvSpPr/>
          <p:nvPr/>
        </p:nvSpPr>
        <p:spPr>
          <a:xfrm>
            <a:off x="10612125" y="4205475"/>
            <a:ext cx="272465" cy="305184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5-Point Star 64"/>
          <p:cNvSpPr/>
          <p:nvPr/>
        </p:nvSpPr>
        <p:spPr>
          <a:xfrm>
            <a:off x="2964155" y="5566138"/>
            <a:ext cx="751588" cy="636699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4085755" y="5802163"/>
            <a:ext cx="1268404" cy="35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848076" y="5813088"/>
            <a:ext cx="150551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X = 3.2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651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7919-E289-AB2B-9319-8A7E11429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-Point Star 1"/>
          <p:cNvSpPr/>
          <p:nvPr/>
        </p:nvSpPr>
        <p:spPr>
          <a:xfrm>
            <a:off x="5866227" y="73350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362299" y="0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/>
              <a:t>?</a:t>
            </a:r>
            <a:endParaRPr lang="en-US" sz="2800" b="1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069254" y="523220"/>
            <a:ext cx="0" cy="605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20278" y="1590935"/>
            <a:ext cx="9222072" cy="257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020278" y="1590934"/>
            <a:ext cx="0" cy="683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0242350" y="1622603"/>
            <a:ext cx="0" cy="651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069254" y="1590934"/>
            <a:ext cx="0" cy="5967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0946" y="2381841"/>
            <a:ext cx="166517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M1 – KNN</a:t>
            </a:r>
          </a:p>
          <a:p>
            <a:endParaRPr lang="en-US" b="1" dirty="0"/>
          </a:p>
          <a:p>
            <a:r>
              <a:rPr lang="en-US" b="1" dirty="0" smtClean="0"/>
              <a:t>X1 &lt; 2.5?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532499" y="2369715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M2 - NB</a:t>
            </a:r>
            <a:endParaRPr lang="en-US" b="1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5295783" y="2337697"/>
            <a:ext cx="166517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X1 &lt; 2 ? 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9609155" y="2475655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M3 - DT</a:t>
            </a:r>
            <a:endParaRPr lang="en-US" b="1" u="sng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590739" y="3467982"/>
            <a:ext cx="339371" cy="6092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0426706" y="3663118"/>
            <a:ext cx="110703" cy="566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760011" y="3953485"/>
            <a:ext cx="74072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5652370" y="4283495"/>
            <a:ext cx="3465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02558" y="4280744"/>
            <a:ext cx="3465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5866227" y="3390013"/>
            <a:ext cx="290231" cy="472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6564420" y="3960677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1365137" y="3457779"/>
            <a:ext cx="404722" cy="6194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274094" y="2456292"/>
            <a:ext cx="166517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  X1 </a:t>
            </a:r>
            <a:r>
              <a:rPr lang="en-US" b="1" dirty="0"/>
              <a:t>&lt;</a:t>
            </a:r>
            <a:r>
              <a:rPr lang="en-US" b="1" dirty="0" smtClean="0"/>
              <a:t> 1.5 ? </a:t>
            </a:r>
            <a:endParaRPr lang="en-US" b="1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9657789" y="3652558"/>
            <a:ext cx="320992" cy="636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6308859" y="3408555"/>
            <a:ext cx="327760" cy="4772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077008" y="152400"/>
            <a:ext cx="13692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X1 = 3.2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392659" y="3398179"/>
            <a:ext cx="40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674782" y="3420524"/>
            <a:ext cx="40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1562972" y="3441843"/>
            <a:ext cx="40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89902" y="3724062"/>
            <a:ext cx="40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83481" y="3785918"/>
            <a:ext cx="40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</a:t>
            </a:r>
            <a:endParaRPr lang="en-US" b="1" dirty="0"/>
          </a:p>
        </p:txBody>
      </p:sp>
      <p:sp>
        <p:nvSpPr>
          <p:cNvPr id="92" name="TextBox 91"/>
          <p:cNvSpPr txBox="1"/>
          <p:nvPr/>
        </p:nvSpPr>
        <p:spPr>
          <a:xfrm>
            <a:off x="6470595" y="3419932"/>
            <a:ext cx="40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26706" y="4319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356875" y="424005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1702750" y="4229852"/>
            <a:ext cx="269323" cy="1979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5717545" y="3963765"/>
            <a:ext cx="269323" cy="1979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9475599" y="4289640"/>
            <a:ext cx="269323" cy="1979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2201821" y="4106550"/>
            <a:ext cx="134994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W1 = 0.8</a:t>
            </a:r>
            <a:endParaRPr lang="en-US" b="1" dirty="0"/>
          </a:p>
        </p:txBody>
      </p:sp>
      <p:sp>
        <p:nvSpPr>
          <p:cNvPr id="108" name="TextBox 107"/>
          <p:cNvSpPr txBox="1"/>
          <p:nvPr/>
        </p:nvSpPr>
        <p:spPr>
          <a:xfrm>
            <a:off x="10801321" y="4280744"/>
            <a:ext cx="1328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W3 = 0.6</a:t>
            </a:r>
            <a:endParaRPr lang="en-US" b="1" dirty="0"/>
          </a:p>
        </p:txBody>
      </p:sp>
      <p:sp>
        <p:nvSpPr>
          <p:cNvPr id="109" name="TextBox 108"/>
          <p:cNvSpPr txBox="1"/>
          <p:nvPr/>
        </p:nvSpPr>
        <p:spPr>
          <a:xfrm>
            <a:off x="7096284" y="3805642"/>
            <a:ext cx="134994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W2 = 0.3</a:t>
            </a:r>
            <a:endParaRPr lang="en-US" b="1" dirty="0"/>
          </a:p>
        </p:txBody>
      </p:sp>
      <p:cxnSp>
        <p:nvCxnSpPr>
          <p:cNvPr id="110" name="Straight Arrow Connector 109"/>
          <p:cNvCxnSpPr/>
          <p:nvPr/>
        </p:nvCxnSpPr>
        <p:spPr>
          <a:xfrm>
            <a:off x="6272282" y="523220"/>
            <a:ext cx="0" cy="60570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>
            <a:off x="1916727" y="3419932"/>
            <a:ext cx="382618" cy="5612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>
            <a:off x="6597281" y="3340643"/>
            <a:ext cx="407908" cy="53934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>
            <a:off x="10758064" y="3711802"/>
            <a:ext cx="181414" cy="4833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0" y="5159448"/>
            <a:ext cx="12215443" cy="362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ight Arrow 116"/>
          <p:cNvSpPr/>
          <p:nvPr/>
        </p:nvSpPr>
        <p:spPr>
          <a:xfrm>
            <a:off x="142240" y="5892800"/>
            <a:ext cx="1051291" cy="355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1414099" y="6057450"/>
            <a:ext cx="269323" cy="1979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Equal 118"/>
          <p:cNvSpPr/>
          <p:nvPr/>
        </p:nvSpPr>
        <p:spPr>
          <a:xfrm>
            <a:off x="1864209" y="5993857"/>
            <a:ext cx="403215" cy="348865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395573" y="5915844"/>
            <a:ext cx="6009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0.8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22" name="Straight Connector 121"/>
          <p:cNvCxnSpPr/>
          <p:nvPr/>
        </p:nvCxnSpPr>
        <p:spPr>
          <a:xfrm flipV="1">
            <a:off x="3037473" y="5732815"/>
            <a:ext cx="426585" cy="8508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3569643" y="605102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Equal 123"/>
          <p:cNvSpPr/>
          <p:nvPr/>
        </p:nvSpPr>
        <p:spPr>
          <a:xfrm>
            <a:off x="4091524" y="5987198"/>
            <a:ext cx="403215" cy="348865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613425" y="5980689"/>
            <a:ext cx="24003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0.3   0.6 = </a:t>
            </a:r>
            <a:r>
              <a:rPr lang="en-US" b="1" dirty="0" smtClean="0">
                <a:solidFill>
                  <a:srgbClr val="00B0F0"/>
                </a:solidFill>
              </a:rPr>
              <a:t>0.18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126" name="Multiply 125"/>
          <p:cNvSpPr/>
          <p:nvPr/>
        </p:nvSpPr>
        <p:spPr>
          <a:xfrm>
            <a:off x="5209538" y="6054494"/>
            <a:ext cx="233321" cy="246079"/>
          </a:xfrm>
          <a:prstGeom prst="mathMultipl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ight Arrow 126"/>
          <p:cNvSpPr/>
          <p:nvPr/>
        </p:nvSpPr>
        <p:spPr>
          <a:xfrm>
            <a:off x="7166261" y="5999733"/>
            <a:ext cx="1051291" cy="355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/>
          <p:cNvSpPr txBox="1"/>
          <p:nvPr/>
        </p:nvSpPr>
        <p:spPr>
          <a:xfrm>
            <a:off x="8259674" y="6010530"/>
            <a:ext cx="15849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F0"/>
                </a:solidFill>
              </a:rPr>
              <a:t>0.18</a:t>
            </a:r>
            <a:r>
              <a:rPr lang="en-US" dirty="0" smtClean="0"/>
              <a:t> </a:t>
            </a:r>
            <a:r>
              <a:rPr lang="en-US" b="1" dirty="0" smtClean="0"/>
              <a:t>&gt;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0.8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0" name="Right Arrow 129"/>
          <p:cNvSpPr/>
          <p:nvPr/>
        </p:nvSpPr>
        <p:spPr>
          <a:xfrm>
            <a:off x="9978782" y="6051021"/>
            <a:ext cx="511120" cy="2950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5-Point Star 131"/>
          <p:cNvSpPr/>
          <p:nvPr/>
        </p:nvSpPr>
        <p:spPr>
          <a:xfrm>
            <a:off x="10614683" y="5954150"/>
            <a:ext cx="406055" cy="376521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Equal 132"/>
          <p:cNvSpPr/>
          <p:nvPr/>
        </p:nvSpPr>
        <p:spPr>
          <a:xfrm>
            <a:off x="11112990" y="6017358"/>
            <a:ext cx="403215" cy="348865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11693631" y="607146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/>
          <p:cNvSpPr txBox="1"/>
          <p:nvPr/>
        </p:nvSpPr>
        <p:spPr>
          <a:xfrm flipH="1" flipV="1">
            <a:off x="1272883" y="5620469"/>
            <a:ext cx="5788226" cy="1164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41" name="Flowchart: Direct Access Storage 140"/>
          <p:cNvSpPr/>
          <p:nvPr/>
        </p:nvSpPr>
        <p:spPr>
          <a:xfrm>
            <a:off x="2299345" y="4513784"/>
            <a:ext cx="212335" cy="253857"/>
          </a:xfrm>
          <a:prstGeom prst="flowChartMagneticDru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ight Arrow 141"/>
          <p:cNvSpPr/>
          <p:nvPr/>
        </p:nvSpPr>
        <p:spPr>
          <a:xfrm>
            <a:off x="2460372" y="4558041"/>
            <a:ext cx="609401" cy="13166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Flowchart: Direct Access Storage 142"/>
          <p:cNvSpPr/>
          <p:nvPr/>
        </p:nvSpPr>
        <p:spPr>
          <a:xfrm>
            <a:off x="2857438" y="4532426"/>
            <a:ext cx="212335" cy="253857"/>
          </a:xfrm>
          <a:prstGeom prst="flowChartMagneticDru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Direct Access Storage 143"/>
          <p:cNvSpPr/>
          <p:nvPr/>
        </p:nvSpPr>
        <p:spPr>
          <a:xfrm>
            <a:off x="11071009" y="4688264"/>
            <a:ext cx="212335" cy="253857"/>
          </a:xfrm>
          <a:prstGeom prst="flowChartMagneticDru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ight Arrow 144"/>
          <p:cNvSpPr/>
          <p:nvPr/>
        </p:nvSpPr>
        <p:spPr>
          <a:xfrm>
            <a:off x="11232036" y="4732521"/>
            <a:ext cx="609401" cy="13166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Direct Access Storage 145"/>
          <p:cNvSpPr/>
          <p:nvPr/>
        </p:nvSpPr>
        <p:spPr>
          <a:xfrm>
            <a:off x="11629102" y="4706906"/>
            <a:ext cx="212335" cy="253857"/>
          </a:xfrm>
          <a:prstGeom prst="flowChartMagneticDru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Flowchart: Direct Access Storage 146"/>
          <p:cNvSpPr/>
          <p:nvPr/>
        </p:nvSpPr>
        <p:spPr>
          <a:xfrm>
            <a:off x="7409583" y="4300952"/>
            <a:ext cx="212335" cy="253857"/>
          </a:xfrm>
          <a:prstGeom prst="flowChartMagneticDru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ight Arrow 147"/>
          <p:cNvSpPr/>
          <p:nvPr/>
        </p:nvSpPr>
        <p:spPr>
          <a:xfrm>
            <a:off x="7570610" y="4345209"/>
            <a:ext cx="609401" cy="13166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lowchart: Direct Access Storage 148"/>
          <p:cNvSpPr/>
          <p:nvPr/>
        </p:nvSpPr>
        <p:spPr>
          <a:xfrm>
            <a:off x="7967676" y="4319594"/>
            <a:ext cx="212335" cy="253857"/>
          </a:xfrm>
          <a:prstGeom prst="flowChartMagneticDru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6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35BB-AA57-A07E-D4AD-5EA52C28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DA9D0-2947-CE62-F346-EC6FEF832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4" y="1869169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Weekly Moodle research questions</a:t>
            </a:r>
          </a:p>
          <a:p>
            <a:r>
              <a:rPr lang="en-GB" dirty="0" smtClean="0"/>
              <a:t>PowerPoint built-in tools – Shapes, lines, colour etc.</a:t>
            </a:r>
          </a:p>
          <a:p>
            <a:r>
              <a:rPr lang="en-GB" dirty="0" err="1" smtClean="0"/>
              <a:t>Desmos</a:t>
            </a:r>
            <a:r>
              <a:rPr lang="en-GB" dirty="0" smtClean="0"/>
              <a:t> ( Normal distribution plot</a:t>
            </a:r>
            <a:r>
              <a:rPr lang="en-GB" dirty="0"/>
              <a:t>) - </a:t>
            </a:r>
            <a:r>
              <a:rPr lang="en-GB" dirty="0">
                <a:hlinkClick r:id="rId3"/>
              </a:rPr>
              <a:t>https://</a:t>
            </a:r>
            <a:r>
              <a:rPr lang="en-GB" dirty="0" smtClean="0">
                <a:hlinkClick r:id="rId3"/>
              </a:rPr>
              <a:t>www.desmos.com/calculator/jxzs8fz9qr</a:t>
            </a:r>
            <a:endParaRPr lang="en-GB" dirty="0" smtClean="0"/>
          </a:p>
          <a:p>
            <a:r>
              <a:rPr lang="en-GB" dirty="0" smtClean="0"/>
              <a:t>Co-pilot</a:t>
            </a:r>
          </a:p>
          <a:p>
            <a:r>
              <a:rPr lang="en-US" dirty="0"/>
              <a:t>What is ensemble learning?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www.ibm.com/think/topics/ensemble-learning</a:t>
            </a:r>
            <a:endParaRPr lang="en-US" dirty="0" smtClean="0"/>
          </a:p>
          <a:p>
            <a:r>
              <a:rPr lang="en-US" dirty="0" smtClean="0"/>
              <a:t>What is a </a:t>
            </a:r>
            <a:r>
              <a:rPr lang="en-US" dirty="0"/>
              <a:t>decision tree? </a:t>
            </a: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www.ibm.com/think/topics/decision-trees</a:t>
            </a:r>
            <a:endParaRPr lang="en-US" dirty="0" smtClean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60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9f782ab4-00f0-4e34-9392-ce32902d8f2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59126</TotalTime>
  <Words>3152</Words>
  <Application>Microsoft Office PowerPoint</Application>
  <PresentationFormat>Widescreen</PresentationFormat>
  <Paragraphs>486</Paragraphs>
  <Slides>53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1CWK50</vt:lpstr>
      <vt:lpstr>k-nearest neighbours classifier</vt:lpstr>
      <vt:lpstr>1. fit()</vt:lpstr>
      <vt:lpstr>PowerPoint Presentation</vt:lpstr>
      <vt:lpstr>2. predict()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naïve Bayes classifier</vt:lpstr>
      <vt:lpstr>1. fit()</vt:lpstr>
      <vt:lpstr>PowerPoint Presentation</vt:lpstr>
      <vt:lpstr>PowerPoint Presentation</vt:lpstr>
      <vt:lpstr>PowerPoint Presentation</vt:lpstr>
      <vt:lpstr>2. predict()</vt:lpstr>
      <vt:lpstr>PowerPoint Presentation</vt:lpstr>
      <vt:lpstr>PowerPoint Presentation</vt:lpstr>
      <vt:lpstr>PowerPoint Presentation</vt:lpstr>
      <vt:lpstr>decision tree classifier</vt:lpstr>
      <vt:lpstr>1. fit()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predict()</vt:lpstr>
      <vt:lpstr>PowerPoint Presentation</vt:lpstr>
      <vt:lpstr>PowerPoint Presentation</vt:lpstr>
      <vt:lpstr>ensemble classifier</vt:lpstr>
      <vt:lpstr>1. fit()</vt:lpstr>
      <vt:lpstr>PowerPoint Presentation</vt:lpstr>
      <vt:lpstr>2. predict()</vt:lpstr>
      <vt:lpstr>PowerPoint Presentation</vt:lpstr>
      <vt:lpstr>PowerPoint Presentation</vt:lpstr>
      <vt:lpstr>1. fit()</vt:lpstr>
      <vt:lpstr>PowerPoint Presentation</vt:lpstr>
      <vt:lpstr>PowerPoint Presentation</vt:lpstr>
      <vt:lpstr>2. predict()</vt:lpstr>
      <vt:lpstr>PowerPoint Presentation</vt:lpstr>
      <vt:lpstr>PowerPoint Presentation</vt:lpstr>
      <vt:lpstr>1. fit()</vt:lpstr>
      <vt:lpstr>PowerPoint Presentation</vt:lpstr>
      <vt:lpstr>PowerPoint Presentation</vt:lpstr>
      <vt:lpstr>2. predict()</vt:lpstr>
      <vt:lpstr>PowerPoint Presentation</vt:lpstr>
      <vt:lpstr>1. fit()</vt:lpstr>
      <vt:lpstr>PowerPoint Presentation</vt:lpstr>
      <vt:lpstr>PowerPoint Presentation</vt:lpstr>
      <vt:lpstr>2. predict()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1CWK50</dc:title>
  <dc:creator>John Darby</dc:creator>
  <cp:lastModifiedBy>Kian Naidoo</cp:lastModifiedBy>
  <cp:revision>256</cp:revision>
  <dcterms:created xsi:type="dcterms:W3CDTF">2026-01-15T14:27:38Z</dcterms:created>
  <dcterms:modified xsi:type="dcterms:W3CDTF">2026-03-25T17:48:41Z</dcterms:modified>
</cp:coreProperties>
</file>